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147474107" r:id="rId2"/>
    <p:sldId id="2147474229" r:id="rId3"/>
    <p:sldId id="2147474230" r:id="rId4"/>
    <p:sldId id="2147474231" r:id="rId5"/>
    <p:sldId id="2147474232" r:id="rId6"/>
    <p:sldId id="2147474233" r:id="rId7"/>
    <p:sldId id="2147474234" r:id="rId8"/>
    <p:sldId id="2147474235" r:id="rId9"/>
    <p:sldId id="2147474236" r:id="rId10"/>
    <p:sldId id="2147474237" r:id="rId11"/>
    <p:sldId id="2147474238" r:id="rId12"/>
    <p:sldId id="2147474239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pa Malick GUEYE" userId="72414d7b-d99a-47cc-8d39-7ab3e5cddc8a" providerId="ADAL" clId="{60286FE8-C29A-4B9A-88E2-F299D4F09EBD}"/>
    <pc:docChg chg="modSld">
      <pc:chgData name="Papa Malick GUEYE" userId="72414d7b-d99a-47cc-8d39-7ab3e5cddc8a" providerId="ADAL" clId="{60286FE8-C29A-4B9A-88E2-F299D4F09EBD}" dt="2025-11-11T12:20:12.324" v="0" actId="20577"/>
      <pc:docMkLst>
        <pc:docMk/>
      </pc:docMkLst>
      <pc:sldChg chg="modSp mod">
        <pc:chgData name="Papa Malick GUEYE" userId="72414d7b-d99a-47cc-8d39-7ab3e5cddc8a" providerId="ADAL" clId="{60286FE8-C29A-4B9A-88E2-F299D4F09EBD}" dt="2025-11-11T12:20:12.324" v="0" actId="20577"/>
        <pc:sldMkLst>
          <pc:docMk/>
          <pc:sldMk cId="2937005634" sldId="2147474107"/>
        </pc:sldMkLst>
        <pc:spChg chg="mod">
          <ac:chgData name="Papa Malick GUEYE" userId="72414d7b-d99a-47cc-8d39-7ab3e5cddc8a" providerId="ADAL" clId="{60286FE8-C29A-4B9A-88E2-F299D4F09EBD}" dt="2025-11-11T12:20:12.324" v="0" actId="20577"/>
          <ac:spMkLst>
            <pc:docMk/>
            <pc:sldMk cId="2937005634" sldId="2147474107"/>
            <ac:spMk id="14" creationId="{9E9FD12A-DC9B-B832-52DC-B558F3BA059B}"/>
          </ac:spMkLst>
        </pc:spChg>
      </pc:sldChg>
    </pc:docChg>
  </pc:docChgLst>
  <pc:docChgLst>
    <pc:chgData name="Fatou Kiné TOURE" userId="474f0742-dcfa-4381-a167-360bbb224589" providerId="ADAL" clId="{1F79BC5C-D5A5-41F1-828B-E8ECAA3B8300}"/>
    <pc:docChg chg="custSel modSld">
      <pc:chgData name="Fatou Kiné TOURE" userId="474f0742-dcfa-4381-a167-360bbb224589" providerId="ADAL" clId="{1F79BC5C-D5A5-41F1-828B-E8ECAA3B8300}" dt="2025-11-27T16:13:47.436" v="1711" actId="478"/>
      <pc:docMkLst>
        <pc:docMk/>
      </pc:docMkLst>
      <pc:sldChg chg="delSp modSp mod">
        <pc:chgData name="Fatou Kiné TOURE" userId="474f0742-dcfa-4381-a167-360bbb224589" providerId="ADAL" clId="{1F79BC5C-D5A5-41F1-828B-E8ECAA3B8300}" dt="2025-11-27T16:13:47.436" v="1711" actId="478"/>
        <pc:sldMkLst>
          <pc:docMk/>
          <pc:sldMk cId="2937005634" sldId="2147474107"/>
        </pc:sldMkLst>
        <pc:spChg chg="mod">
          <ac:chgData name="Fatou Kiné TOURE" userId="474f0742-dcfa-4381-a167-360bbb224589" providerId="ADAL" clId="{1F79BC5C-D5A5-41F1-828B-E8ECAA3B8300}" dt="2025-11-12T09:36:44.940" v="1688" actId="20577"/>
          <ac:spMkLst>
            <pc:docMk/>
            <pc:sldMk cId="2937005634" sldId="2147474107"/>
            <ac:spMk id="18" creationId="{A9DA7423-27C7-63E5-00B9-134757AC5B3E}"/>
          </ac:spMkLst>
        </pc:spChg>
        <pc:spChg chg="mod">
          <ac:chgData name="Fatou Kiné TOURE" userId="474f0742-dcfa-4381-a167-360bbb224589" providerId="ADAL" clId="{1F79BC5C-D5A5-41F1-828B-E8ECAA3B8300}" dt="2025-11-12T09:36:55.998" v="1708" actId="20577"/>
          <ac:spMkLst>
            <pc:docMk/>
            <pc:sldMk cId="2937005634" sldId="2147474107"/>
            <ac:spMk id="46" creationId="{DB787966-8DBE-053C-9ADA-F95E0975B2D9}"/>
          </ac:spMkLst>
        </pc:spChg>
        <pc:picChg chg="del">
          <ac:chgData name="Fatou Kiné TOURE" userId="474f0742-dcfa-4381-a167-360bbb224589" providerId="ADAL" clId="{1F79BC5C-D5A5-41F1-828B-E8ECAA3B8300}" dt="2025-11-27T16:13:45.237" v="1710" actId="478"/>
          <ac:picMkLst>
            <pc:docMk/>
            <pc:sldMk cId="2937005634" sldId="2147474107"/>
            <ac:picMk id="36" creationId="{88706B00-5D82-AD3E-841C-7DEC90E9EAE1}"/>
          </ac:picMkLst>
        </pc:picChg>
        <pc:picChg chg="del">
          <ac:chgData name="Fatou Kiné TOURE" userId="474f0742-dcfa-4381-a167-360bbb224589" providerId="ADAL" clId="{1F79BC5C-D5A5-41F1-828B-E8ECAA3B8300}" dt="2025-11-27T16:13:47.436" v="1711" actId="478"/>
          <ac:picMkLst>
            <pc:docMk/>
            <pc:sldMk cId="2937005634" sldId="2147474107"/>
            <ac:picMk id="37" creationId="{E8692AAC-82D2-DBF7-99C6-56DA64045BD3}"/>
          </ac:picMkLst>
        </pc:picChg>
        <pc:picChg chg="del">
          <ac:chgData name="Fatou Kiné TOURE" userId="474f0742-dcfa-4381-a167-360bbb224589" providerId="ADAL" clId="{1F79BC5C-D5A5-41F1-828B-E8ECAA3B8300}" dt="2025-11-27T16:12:47.343" v="1709" actId="21"/>
          <ac:picMkLst>
            <pc:docMk/>
            <pc:sldMk cId="2937005634" sldId="2147474107"/>
            <ac:picMk id="38" creationId="{96ADE80C-8775-C36F-05F9-9D633A11C18D}"/>
          </ac:picMkLst>
        </pc:picChg>
      </pc:sldChg>
      <pc:sldChg chg="modSp mod">
        <pc:chgData name="Fatou Kiné TOURE" userId="474f0742-dcfa-4381-a167-360bbb224589" providerId="ADAL" clId="{1F79BC5C-D5A5-41F1-828B-E8ECAA3B8300}" dt="2025-11-12T09:36:24.861" v="1672" actId="20577"/>
        <pc:sldMkLst>
          <pc:docMk/>
          <pc:sldMk cId="1404043049" sldId="2147474229"/>
        </pc:sldMkLst>
        <pc:spChg chg="mod">
          <ac:chgData name="Fatou Kiné TOURE" userId="474f0742-dcfa-4381-a167-360bbb224589" providerId="ADAL" clId="{1F79BC5C-D5A5-41F1-828B-E8ECAA3B8300}" dt="2025-11-12T09:36:24.861" v="1672" actId="20577"/>
          <ac:spMkLst>
            <pc:docMk/>
            <pc:sldMk cId="1404043049" sldId="2147474229"/>
            <ac:spMk id="3" creationId="{4F60AAC7-90C2-19A3-0D3F-06019ED8F808}"/>
          </ac:spMkLst>
        </pc:spChg>
      </pc:sldChg>
      <pc:sldChg chg="modSp mod">
        <pc:chgData name="Fatou Kiné TOURE" userId="474f0742-dcfa-4381-a167-360bbb224589" providerId="ADAL" clId="{1F79BC5C-D5A5-41F1-828B-E8ECAA3B8300}" dt="2025-11-12T09:36:14.717" v="1652" actId="20577"/>
        <pc:sldMkLst>
          <pc:docMk/>
          <pc:sldMk cId="2814851293" sldId="2147474230"/>
        </pc:sldMkLst>
        <pc:spChg chg="mod">
          <ac:chgData name="Fatou Kiné TOURE" userId="474f0742-dcfa-4381-a167-360bbb224589" providerId="ADAL" clId="{1F79BC5C-D5A5-41F1-828B-E8ECAA3B8300}" dt="2025-11-12T09:36:14.717" v="1652" actId="20577"/>
          <ac:spMkLst>
            <pc:docMk/>
            <pc:sldMk cId="2814851293" sldId="2147474230"/>
            <ac:spMk id="3" creationId="{E78CBD07-831F-7954-BF01-873E0D8AFACF}"/>
          </ac:spMkLst>
        </pc:spChg>
      </pc:sldChg>
      <pc:sldChg chg="modSp mod">
        <pc:chgData name="Fatou Kiné TOURE" userId="474f0742-dcfa-4381-a167-360bbb224589" providerId="ADAL" clId="{1F79BC5C-D5A5-41F1-828B-E8ECAA3B8300}" dt="2025-11-12T09:36:01.869" v="1632" actId="20577"/>
        <pc:sldMkLst>
          <pc:docMk/>
          <pc:sldMk cId="3534667476" sldId="2147474231"/>
        </pc:sldMkLst>
        <pc:spChg chg="mod">
          <ac:chgData name="Fatou Kiné TOURE" userId="474f0742-dcfa-4381-a167-360bbb224589" providerId="ADAL" clId="{1F79BC5C-D5A5-41F1-828B-E8ECAA3B8300}" dt="2025-11-12T09:36:01.869" v="1632" actId="20577"/>
          <ac:spMkLst>
            <pc:docMk/>
            <pc:sldMk cId="3534667476" sldId="2147474231"/>
            <ac:spMk id="3" creationId="{418B7DF9-28B0-4589-7493-AAF2809B4604}"/>
          </ac:spMkLst>
        </pc:spChg>
      </pc:sldChg>
      <pc:sldChg chg="modSp mod">
        <pc:chgData name="Fatou Kiné TOURE" userId="474f0742-dcfa-4381-a167-360bbb224589" providerId="ADAL" clId="{1F79BC5C-D5A5-41F1-828B-E8ECAA3B8300}" dt="2025-11-12T09:35:51.820" v="1612" actId="20577"/>
        <pc:sldMkLst>
          <pc:docMk/>
          <pc:sldMk cId="2921777798" sldId="2147474232"/>
        </pc:sldMkLst>
        <pc:spChg chg="mod">
          <ac:chgData name="Fatou Kiné TOURE" userId="474f0742-dcfa-4381-a167-360bbb224589" providerId="ADAL" clId="{1F79BC5C-D5A5-41F1-828B-E8ECAA3B8300}" dt="2025-11-12T09:35:51.820" v="1612" actId="20577"/>
          <ac:spMkLst>
            <pc:docMk/>
            <pc:sldMk cId="2921777798" sldId="2147474232"/>
            <ac:spMk id="3" creationId="{FC6D42E6-99F9-50D8-CA05-541D3B714D82}"/>
          </ac:spMkLst>
        </pc:spChg>
        <pc:graphicFrameChg chg="modGraphic">
          <ac:chgData name="Fatou Kiné TOURE" userId="474f0742-dcfa-4381-a167-360bbb224589" providerId="ADAL" clId="{1F79BC5C-D5A5-41F1-828B-E8ECAA3B8300}" dt="2025-11-12T09:21:54.866" v="134" actId="20577"/>
          <ac:graphicFrameMkLst>
            <pc:docMk/>
            <pc:sldMk cId="2921777798" sldId="2147474232"/>
            <ac:graphicFrameMk id="5" creationId="{4DEB235B-95A6-7C1C-504E-F974DAC96FFE}"/>
          </ac:graphicFrameMkLst>
        </pc:graphicFrameChg>
      </pc:sldChg>
      <pc:sldChg chg="modSp mod">
        <pc:chgData name="Fatou Kiné TOURE" userId="474f0742-dcfa-4381-a167-360bbb224589" providerId="ADAL" clId="{1F79BC5C-D5A5-41F1-828B-E8ECAA3B8300}" dt="2025-11-12T09:35:41.517" v="1592" actId="20577"/>
        <pc:sldMkLst>
          <pc:docMk/>
          <pc:sldMk cId="3904095269" sldId="2147474233"/>
        </pc:sldMkLst>
        <pc:spChg chg="mod">
          <ac:chgData name="Fatou Kiné TOURE" userId="474f0742-dcfa-4381-a167-360bbb224589" providerId="ADAL" clId="{1F79BC5C-D5A5-41F1-828B-E8ECAA3B8300}" dt="2025-11-12T09:35:41.517" v="1592" actId="20577"/>
          <ac:spMkLst>
            <pc:docMk/>
            <pc:sldMk cId="3904095269" sldId="2147474233"/>
            <ac:spMk id="3" creationId="{A9765B36-60DC-4C84-EC3D-9EBAC189BB79}"/>
          </ac:spMkLst>
        </pc:spChg>
        <pc:graphicFrameChg chg="modGraphic">
          <ac:chgData name="Fatou Kiné TOURE" userId="474f0742-dcfa-4381-a167-360bbb224589" providerId="ADAL" clId="{1F79BC5C-D5A5-41F1-828B-E8ECAA3B8300}" dt="2025-11-12T09:24:17.770" v="307" actId="20577"/>
          <ac:graphicFrameMkLst>
            <pc:docMk/>
            <pc:sldMk cId="3904095269" sldId="2147474233"/>
            <ac:graphicFrameMk id="5" creationId="{A125D443-83D4-6BB3-1DC7-F1BF409A7A82}"/>
          </ac:graphicFrameMkLst>
        </pc:graphicFrameChg>
      </pc:sldChg>
      <pc:sldChg chg="modSp mod">
        <pc:chgData name="Fatou Kiné TOURE" userId="474f0742-dcfa-4381-a167-360bbb224589" providerId="ADAL" clId="{1F79BC5C-D5A5-41F1-828B-E8ECAA3B8300}" dt="2025-11-12T09:35:26.161" v="1572" actId="20577"/>
        <pc:sldMkLst>
          <pc:docMk/>
          <pc:sldMk cId="102912169" sldId="2147474234"/>
        </pc:sldMkLst>
        <pc:spChg chg="mod">
          <ac:chgData name="Fatou Kiné TOURE" userId="474f0742-dcfa-4381-a167-360bbb224589" providerId="ADAL" clId="{1F79BC5C-D5A5-41F1-828B-E8ECAA3B8300}" dt="2025-11-12T09:35:26.161" v="1572" actId="20577"/>
          <ac:spMkLst>
            <pc:docMk/>
            <pc:sldMk cId="102912169" sldId="2147474234"/>
            <ac:spMk id="3" creationId="{519F0BFC-EE07-FBB1-6413-CBE520471651}"/>
          </ac:spMkLst>
        </pc:spChg>
        <pc:graphicFrameChg chg="modGraphic">
          <ac:chgData name="Fatou Kiné TOURE" userId="474f0742-dcfa-4381-a167-360bbb224589" providerId="ADAL" clId="{1F79BC5C-D5A5-41F1-828B-E8ECAA3B8300}" dt="2025-11-12T09:26:39.291" v="481" actId="20577"/>
          <ac:graphicFrameMkLst>
            <pc:docMk/>
            <pc:sldMk cId="102912169" sldId="2147474234"/>
            <ac:graphicFrameMk id="5" creationId="{E42AA4FC-98F3-09EC-D01A-61BD720EDDA4}"/>
          </ac:graphicFrameMkLst>
        </pc:graphicFrameChg>
      </pc:sldChg>
      <pc:sldChg chg="modSp mod">
        <pc:chgData name="Fatou Kiné TOURE" userId="474f0742-dcfa-4381-a167-360bbb224589" providerId="ADAL" clId="{1F79BC5C-D5A5-41F1-828B-E8ECAA3B8300}" dt="2025-11-12T09:35:14.011" v="1552" actId="20577"/>
        <pc:sldMkLst>
          <pc:docMk/>
          <pc:sldMk cId="2488261119" sldId="2147474235"/>
        </pc:sldMkLst>
        <pc:spChg chg="mod">
          <ac:chgData name="Fatou Kiné TOURE" userId="474f0742-dcfa-4381-a167-360bbb224589" providerId="ADAL" clId="{1F79BC5C-D5A5-41F1-828B-E8ECAA3B8300}" dt="2025-11-12T09:35:14.011" v="1552" actId="20577"/>
          <ac:spMkLst>
            <pc:docMk/>
            <pc:sldMk cId="2488261119" sldId="2147474235"/>
            <ac:spMk id="3" creationId="{A14498F1-8C6C-CAE0-F865-CF5838391C84}"/>
          </ac:spMkLst>
        </pc:spChg>
        <pc:graphicFrameChg chg="modGraphic">
          <ac:chgData name="Fatou Kiné TOURE" userId="474f0742-dcfa-4381-a167-360bbb224589" providerId="ADAL" clId="{1F79BC5C-D5A5-41F1-828B-E8ECAA3B8300}" dt="2025-11-12T09:28:06.972" v="711" actId="20577"/>
          <ac:graphicFrameMkLst>
            <pc:docMk/>
            <pc:sldMk cId="2488261119" sldId="2147474235"/>
            <ac:graphicFrameMk id="5" creationId="{645F80C8-2983-BBF3-637C-4EC2899D0687}"/>
          </ac:graphicFrameMkLst>
        </pc:graphicFrameChg>
      </pc:sldChg>
      <pc:sldChg chg="modSp mod">
        <pc:chgData name="Fatou Kiné TOURE" userId="474f0742-dcfa-4381-a167-360bbb224589" providerId="ADAL" clId="{1F79BC5C-D5A5-41F1-828B-E8ECAA3B8300}" dt="2025-11-12T09:35:03.251" v="1532" actId="20577"/>
        <pc:sldMkLst>
          <pc:docMk/>
          <pc:sldMk cId="46428550" sldId="2147474236"/>
        </pc:sldMkLst>
        <pc:spChg chg="mod">
          <ac:chgData name="Fatou Kiné TOURE" userId="474f0742-dcfa-4381-a167-360bbb224589" providerId="ADAL" clId="{1F79BC5C-D5A5-41F1-828B-E8ECAA3B8300}" dt="2025-11-12T09:35:03.251" v="1532" actId="20577"/>
          <ac:spMkLst>
            <pc:docMk/>
            <pc:sldMk cId="46428550" sldId="2147474236"/>
            <ac:spMk id="3" creationId="{A088E322-3F57-3512-BEC0-F1CA783ABFE0}"/>
          </ac:spMkLst>
        </pc:spChg>
        <pc:graphicFrameChg chg="modGraphic">
          <ac:chgData name="Fatou Kiné TOURE" userId="474f0742-dcfa-4381-a167-360bbb224589" providerId="ADAL" clId="{1F79BC5C-D5A5-41F1-828B-E8ECAA3B8300}" dt="2025-11-12T09:29:34.127" v="1002" actId="20577"/>
          <ac:graphicFrameMkLst>
            <pc:docMk/>
            <pc:sldMk cId="46428550" sldId="2147474236"/>
            <ac:graphicFrameMk id="5" creationId="{31EF8FE5-D20E-D4A2-CC52-A2830966C056}"/>
          </ac:graphicFrameMkLst>
        </pc:graphicFrameChg>
      </pc:sldChg>
      <pc:sldChg chg="modSp mod">
        <pc:chgData name="Fatou Kiné TOURE" userId="474f0742-dcfa-4381-a167-360bbb224589" providerId="ADAL" clId="{1F79BC5C-D5A5-41F1-828B-E8ECAA3B8300}" dt="2025-11-12T09:34:52.068" v="1512" actId="20577"/>
        <pc:sldMkLst>
          <pc:docMk/>
          <pc:sldMk cId="1980486808" sldId="2147474237"/>
        </pc:sldMkLst>
        <pc:spChg chg="mod">
          <ac:chgData name="Fatou Kiné TOURE" userId="474f0742-dcfa-4381-a167-360bbb224589" providerId="ADAL" clId="{1F79BC5C-D5A5-41F1-828B-E8ECAA3B8300}" dt="2025-11-12T09:34:52.068" v="1512" actId="20577"/>
          <ac:spMkLst>
            <pc:docMk/>
            <pc:sldMk cId="1980486808" sldId="2147474237"/>
            <ac:spMk id="3" creationId="{434D7979-1514-C906-9E62-3F0544D35FF8}"/>
          </ac:spMkLst>
        </pc:spChg>
        <pc:graphicFrameChg chg="modGraphic">
          <ac:chgData name="Fatou Kiné TOURE" userId="474f0742-dcfa-4381-a167-360bbb224589" providerId="ADAL" clId="{1F79BC5C-D5A5-41F1-828B-E8ECAA3B8300}" dt="2025-11-12T09:31:15.389" v="1197" actId="20577"/>
          <ac:graphicFrameMkLst>
            <pc:docMk/>
            <pc:sldMk cId="1980486808" sldId="2147474237"/>
            <ac:graphicFrameMk id="5" creationId="{2C1CCF24-DE40-C227-19D6-E54A7D5DD9EF}"/>
          </ac:graphicFrameMkLst>
        </pc:graphicFrameChg>
      </pc:sldChg>
      <pc:sldChg chg="modSp mod">
        <pc:chgData name="Fatou Kiné TOURE" userId="474f0742-dcfa-4381-a167-360bbb224589" providerId="ADAL" clId="{1F79BC5C-D5A5-41F1-828B-E8ECAA3B8300}" dt="2025-11-12T09:34:38.032" v="1492" actId="20577"/>
        <pc:sldMkLst>
          <pc:docMk/>
          <pc:sldMk cId="524917689" sldId="2147474238"/>
        </pc:sldMkLst>
        <pc:spChg chg="mod">
          <ac:chgData name="Fatou Kiné TOURE" userId="474f0742-dcfa-4381-a167-360bbb224589" providerId="ADAL" clId="{1F79BC5C-D5A5-41F1-828B-E8ECAA3B8300}" dt="2025-11-12T09:34:38.032" v="1492" actId="20577"/>
          <ac:spMkLst>
            <pc:docMk/>
            <pc:sldMk cId="524917689" sldId="2147474238"/>
            <ac:spMk id="3" creationId="{7690D7AD-198D-F67A-1CC0-D68D0F2542E9}"/>
          </ac:spMkLst>
        </pc:spChg>
        <pc:graphicFrameChg chg="modGraphic">
          <ac:chgData name="Fatou Kiné TOURE" userId="474f0742-dcfa-4381-a167-360bbb224589" providerId="ADAL" clId="{1F79BC5C-D5A5-41F1-828B-E8ECAA3B8300}" dt="2025-11-12T09:33:21.800" v="1284" actId="20577"/>
          <ac:graphicFrameMkLst>
            <pc:docMk/>
            <pc:sldMk cId="524917689" sldId="2147474238"/>
            <ac:graphicFrameMk id="5" creationId="{9DB28FC7-2B4F-B99C-A591-A2B06098BA21}"/>
          </ac:graphicFrameMkLst>
        </pc:graphicFrameChg>
      </pc:sldChg>
      <pc:sldChg chg="modSp mod">
        <pc:chgData name="Fatou Kiné TOURE" userId="474f0742-dcfa-4381-a167-360bbb224589" providerId="ADAL" clId="{1F79BC5C-D5A5-41F1-828B-E8ECAA3B8300}" dt="2025-11-12T09:34:18.063" v="1466" actId="20577"/>
        <pc:sldMkLst>
          <pc:docMk/>
          <pc:sldMk cId="848862485" sldId="2147474239"/>
        </pc:sldMkLst>
        <pc:spChg chg="mod">
          <ac:chgData name="Fatou Kiné TOURE" userId="474f0742-dcfa-4381-a167-360bbb224589" providerId="ADAL" clId="{1F79BC5C-D5A5-41F1-828B-E8ECAA3B8300}" dt="2025-11-12T09:34:18.063" v="1466" actId="20577"/>
          <ac:spMkLst>
            <pc:docMk/>
            <pc:sldMk cId="848862485" sldId="2147474239"/>
            <ac:spMk id="3" creationId="{1CCCC518-B44C-491F-BE32-D5A76550600A}"/>
          </ac:spMkLst>
        </pc:spChg>
        <pc:graphicFrameChg chg="modGraphic">
          <ac:chgData name="Fatou Kiné TOURE" userId="474f0742-dcfa-4381-a167-360bbb224589" providerId="ADAL" clId="{1F79BC5C-D5A5-41F1-828B-E8ECAA3B8300}" dt="2025-11-12T09:34:02.767" v="1441" actId="20577"/>
          <ac:graphicFrameMkLst>
            <pc:docMk/>
            <pc:sldMk cId="848862485" sldId="2147474239"/>
            <ac:graphicFrameMk id="5" creationId="{7EC41140-94CE-6642-AFA7-2550E26796C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2611C-5C17-4523-B96C-BF370D566FD9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2525A-4C41-4F3B-81DD-91D6EEA56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4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7501E-0823-FBBF-7EF8-B45CCA5A5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DAD13C0-8F27-D1D2-D17F-E3DB50948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E1020C-0C52-BBB5-B732-2F8B5741C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F3D82A-C8BA-6408-662C-FD6593943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2540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DD1F-3454-248A-4A7C-9117CE59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4B40B84-DA1A-B992-1818-0E439B45A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05D7F9D-BD18-EC3B-8B73-F02E063B8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EF754A-439C-3A61-42B5-CF64FB5D4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561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1315-2D54-9458-1DB1-18A0158E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0B92E4-416B-4153-F5B7-E29D0DD9E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30A8B4-3FA3-4785-7703-E27475702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DACED9-AA3F-9A1E-1A31-A58E3D772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312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6E7A-B41B-43F9-C7DD-1B1AFA62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EBC3F7-1DE9-A81E-76B9-80918DFBC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918756E-654B-0758-EE5F-E1D4930EF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4789CE-86BB-EE5F-E62F-A03A2964A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351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CB607-093F-D2A1-8E27-78223657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5C7476A-C91E-64C5-E5E7-3DC33BCE7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E25AE8-4B3A-2AEC-BC1B-D282E3608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92F767-9E45-EA31-B2BE-FBFEE4781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374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3377-D2A1-79E7-369A-568DF17F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8426188-76DE-B566-6589-2F9379BB8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255193-DB42-684C-F369-5038DE050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510C37-8482-87CA-DD57-61458BAED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60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94415-006F-B0A4-1E07-44D6E95E2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65B435D-E50E-8EE3-8449-F9ADB382B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467A6D-F4BF-C17B-998C-38ABBEBED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DB1644-5F2E-CE6D-7099-A689E65A7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54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5E5C-A582-EB12-5944-3F9CE0DD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77386E6-BF3B-BDF5-82FD-1B4D53FB3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3F28CFF-418D-384A-CC1D-B413A2D08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E6A10F-8B6D-2834-A1E6-8014732CE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926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2DD1-C181-3E37-AC86-99956A24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ED540F-1EDF-0522-EF18-C19E6B205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AB89C9-8BDE-4E73-070A-B054E211A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AE21AA-8FB9-9933-D276-341A99D0E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969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E627F-DEE1-B010-7D59-AF9D97CCA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31AC8BA-2411-00C6-EF91-9C892CC4A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C4380B-A98F-26EA-29EC-FB11F37C3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C199FA-BD5C-03BB-8F99-0B27658D9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277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B3347-96A3-7D8B-21D4-0B4A1779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8EB09E-68A8-AF02-8C0B-00FAE06BC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D69AC2-F1C0-A693-D604-9F330871F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3C55C9-7CD3-8DE1-C65D-C54C235DB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906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3D7FA-DEA7-27FA-9750-8CFBDF151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E3E2B7-0BBD-7CE1-FDDB-A878F62BD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463A432-6CE0-B824-93E2-764335A1E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1BDB1B-1373-7CD3-F327-F24C7C125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A94442-8605-4017-909E-F6DD4F204C21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402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372DB-7D34-875E-D3AC-C24DCA3DF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50F4508-A649-D4A7-A035-58B2F483B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B2C47B-BB63-A765-24A5-43F1B042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9DDBAA-2EFD-BFDE-DDDF-DF844A6E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F978B4-D6FA-2E0A-0C64-9A53D103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623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B8AF59-42BC-4907-8DC8-A61297DB6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7973A9-8C6A-1072-2C31-93B78D4C6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4EB46A-9E09-246E-2206-A519A671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A5056-36B0-BBA0-11F6-D45C83765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21C735-24CD-EF76-8163-1E6393AB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74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B902F-C69F-027E-DC44-A637CA58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4280F0-4E09-552E-BE5E-C00BD28EB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AD7ED4-B3AB-47BE-01E3-4FD90EB7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E4CBED-6419-F3A9-CECD-5CA456BC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620F43-F507-FCDE-AEBD-1E67AA94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00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EFB10B-496F-B3A4-E791-F424450E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10CD00-5878-5E43-C127-70F39922F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00A9EE-C1E4-ECDE-F126-6E6DE3642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2143CB-1097-DB1F-8B2D-2C94C238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FAFD7C-E1D2-D248-EAB4-6703B7B7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826934-D584-17CC-C94D-55E09ED3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60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3E6061-9613-BDE1-D9C8-5E13CDD27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09ED81-5028-5AE6-8B77-698D99B2A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4F3470-015D-B5EF-9FD3-CB498918B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69AB3F-33C2-78A2-5A87-AB0F405B2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BC25404-70EC-754F-8073-AF277ABB1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19203BB-BEB9-0CC2-A7A7-56AFB9DB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304B859-CB54-68F9-90AB-57CFBE4F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3620C8-7F83-80AE-A6BA-E4DA5F80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33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899C8C-82B9-00F2-0300-81AAE971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7F528E-5320-5BA2-83C1-F94A056E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DF4560-D582-2E33-660A-2D1F3805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2CEBAD-CE94-EDDC-FF51-18A806C7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54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D8A2C8-30AE-2D0B-12DE-FF253495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7E6ED5B-64FE-6389-6F05-4E09FA55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447124-F2B7-2681-E2FF-0B621830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5C538-B8BE-5262-932A-5C5E82CE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03F816-4139-3D56-D071-59D08D23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F88C36-7956-F69A-A0EC-F5F37E9BA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0BB8B7-724B-6B55-E45C-16230BB7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F7E85E-60CE-FDF6-8059-1613228B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E48C15-113C-3EC2-CC5B-1D076A14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930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05C13-C299-3DD3-1DF7-45D0B3DF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98B7C18-E062-38E2-BD84-F434E1E7D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DDBF7B-7859-5118-C6FA-3E827B433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4F4FAA-E5F9-9A98-57D2-E67E4BCF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653319-E5B6-C880-D446-20C9F4A1F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867DD3-841A-BE16-DA17-2D93B537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8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7D9FFA-BFDB-FB47-F436-301007A7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858257-D910-BBC6-7A4A-8945BE5B8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A27AEF-F4DA-552B-1F6B-D0556620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D8639E-EE8D-33E3-67D0-840DC346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224EDE-5F66-37A9-50B4-A4EAA065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59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094B1A-2C13-C8B6-DD21-5FEF46E3B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5037BE-9899-C2D4-EA3B-B3DB963D4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05B8ED-6F7A-5B16-49A2-E049EEA5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212CEC-C1E0-4CED-E17B-EE4C61FD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E8EC0B-9E06-0005-8EDF-10696628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314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719667" y="6519351"/>
            <a:ext cx="222341" cy="186475"/>
          </a:xfrm>
          <a:prstGeom prst="rect">
            <a:avLst/>
          </a:prstGeom>
        </p:spPr>
        <p:txBody>
          <a:bodyPr/>
          <a:lstStyle/>
          <a:p>
            <a:fld id="{2B8EE54B-3F47-064B-A553-EA9C9EAD2777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Title 13"/>
          <p:cNvSpPr>
            <a:spLocks noGrp="1"/>
          </p:cNvSpPr>
          <p:nvPr>
            <p:ph type="title" hasCustomPrompt="1"/>
          </p:nvPr>
        </p:nvSpPr>
        <p:spPr>
          <a:xfrm>
            <a:off x="727103" y="472687"/>
            <a:ext cx="10696548" cy="940188"/>
          </a:xfrm>
          <a:prstGeom prst="rect">
            <a:avLst/>
          </a:prstGeom>
        </p:spPr>
        <p:txBody>
          <a:bodyPr vert="horz" lIns="0" rIns="0"/>
          <a:lstStyle>
            <a:lvl1pPr algn="l" rtl="0">
              <a:lnSpc>
                <a:spcPts val="3400"/>
              </a:lnSpc>
              <a:defRPr sz="3000" b="1">
                <a:solidFill>
                  <a:srgbClr val="4F2D7F"/>
                </a:solidFill>
                <a:latin typeface="Trebuchet MS" panose="020B0703020202090204" pitchFamily="34" charset="0"/>
              </a:defRPr>
            </a:lvl1pPr>
          </a:lstStyle>
          <a:p>
            <a:pPr rtl="0">
              <a:lnSpc>
                <a:spcPts val="3400"/>
              </a:lnSpc>
            </a:pPr>
            <a:r>
              <a:rPr lang="en-US"/>
              <a:t>Click here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811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E0E484-6FE1-017B-069D-EEABC28C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1896A1-480E-8E8C-2657-0BFD62A56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3C7886-EDEB-AAC7-8EB4-A959D4BEA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1F7CA-DDA4-403A-A46B-A1F84CCDACBE}" type="datetimeFigureOut">
              <a:rPr lang="fr-FR" smtClean="0"/>
              <a:t>27/11/2025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07F7CE-B3D6-68ED-9080-8A98B7C1A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489A4-4205-C97A-3A83-5F1F20CBD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A3CB8-799F-4F2E-97CF-26CFE8A9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817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6BEB-E40F-F78C-7811-1FA730A5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38" descr="Une image contenant personne, Visage humain, homme, cravate&#10;&#10;Le contenu généré par l’IA peut être incorrect.">
            <a:extLst>
              <a:ext uri="{FF2B5EF4-FFF2-40B4-BE49-F238E27FC236}">
                <a16:creationId xmlns:a16="http://schemas.microsoft.com/office/drawing/2014/main" id="{590599D8-CF7D-9AD2-5054-C0AE023CB9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15" y="1079062"/>
            <a:ext cx="2000081" cy="19478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5F54C371-619F-11FB-B3F9-1EA5F27FF7F5}"/>
              </a:ext>
            </a:extLst>
          </p:cNvPr>
          <p:cNvSpPr txBox="1"/>
          <p:nvPr/>
        </p:nvSpPr>
        <p:spPr>
          <a:xfrm>
            <a:off x="2332286" y="1075262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09585">
              <a:spcBef>
                <a:spcPts val="600"/>
              </a:spcBef>
              <a:buSzPct val="100000"/>
            </a:pPr>
            <a:r>
              <a:rPr lang="fr-FR" sz="1100" b="1">
                <a:solidFill>
                  <a:srgbClr val="313131"/>
                </a:solidFill>
                <a:latin typeface="Trebuchet MS" panose="020B070302020209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PROFIL</a:t>
            </a:r>
          </a:p>
        </p:txBody>
      </p: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1B59D9BA-6AEC-6CB7-4AA5-D6D0FDC46F92}"/>
              </a:ext>
            </a:extLst>
          </p:cNvPr>
          <p:cNvCxnSpPr>
            <a:cxnSpLocks/>
          </p:cNvCxnSpPr>
          <p:nvPr/>
        </p:nvCxnSpPr>
        <p:spPr>
          <a:xfrm>
            <a:off x="2321585" y="1238573"/>
            <a:ext cx="4596973" cy="5966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8" name="TextBox 15">
            <a:extLst>
              <a:ext uri="{FF2B5EF4-FFF2-40B4-BE49-F238E27FC236}">
                <a16:creationId xmlns:a16="http://schemas.microsoft.com/office/drawing/2014/main" id="{3DC20D60-BDE2-2B76-6BCF-FED4EC50390F}"/>
              </a:ext>
            </a:extLst>
          </p:cNvPr>
          <p:cNvSpPr txBox="1"/>
          <p:nvPr/>
        </p:nvSpPr>
        <p:spPr>
          <a:xfrm>
            <a:off x="2332286" y="4199728"/>
            <a:ext cx="504624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09585">
              <a:spcBef>
                <a:spcPts val="600"/>
              </a:spcBef>
              <a:buSzPct val="100000"/>
            </a:pPr>
            <a:r>
              <a:rPr lang="fr-FR" sz="1100" b="1">
                <a:solidFill>
                  <a:srgbClr val="313131"/>
                </a:solidFill>
                <a:latin typeface="Trebuchet MS" panose="020B070302020209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CERTIFICATIONS PROFESSIONNELLES PERTINENTES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6F8256E6-220F-9AB6-CA98-EEEF355334EA}"/>
              </a:ext>
            </a:extLst>
          </p:cNvPr>
          <p:cNvSpPr txBox="1"/>
          <p:nvPr/>
        </p:nvSpPr>
        <p:spPr>
          <a:xfrm>
            <a:off x="7159706" y="1014755"/>
            <a:ext cx="353060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09585">
              <a:spcBef>
                <a:spcPts val="600"/>
              </a:spcBef>
              <a:buSzPct val="100000"/>
            </a:pPr>
            <a:r>
              <a:rPr lang="fr-FR" sz="1100" b="1">
                <a:solidFill>
                  <a:srgbClr val="313131"/>
                </a:solidFill>
                <a:latin typeface="Trebuchet MS" panose="020B070302020209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REFERENCES PERTINENTES</a:t>
            </a: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979C5981-2868-7998-EFE5-C41B29F44761}"/>
              </a:ext>
            </a:extLst>
          </p:cNvPr>
          <p:cNvCxnSpPr>
            <a:cxnSpLocks/>
          </p:cNvCxnSpPr>
          <p:nvPr/>
        </p:nvCxnSpPr>
        <p:spPr>
          <a:xfrm>
            <a:off x="7159706" y="1237809"/>
            <a:ext cx="425962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pic>
        <p:nvPicPr>
          <p:cNvPr id="12" name="Graphic 26" descr="Envelope">
            <a:extLst>
              <a:ext uri="{FF2B5EF4-FFF2-40B4-BE49-F238E27FC236}">
                <a16:creationId xmlns:a16="http://schemas.microsoft.com/office/drawing/2014/main" id="{7ADEB044-01E0-40CF-01CD-8AE673A37A3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862" y="3694888"/>
            <a:ext cx="232715" cy="232715"/>
          </a:xfrm>
          <a:prstGeom prst="rect">
            <a:avLst/>
          </a:prstGeom>
        </p:spPr>
      </p:pic>
      <p:sp>
        <p:nvSpPr>
          <p:cNvPr id="14" name="Text Box 11">
            <a:extLst>
              <a:ext uri="{FF2B5EF4-FFF2-40B4-BE49-F238E27FC236}">
                <a16:creationId xmlns:a16="http://schemas.microsoft.com/office/drawing/2014/main" id="{9E9FD12A-DC9B-B832-52DC-B558F3BA0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286" y="1322474"/>
            <a:ext cx="4641951" cy="1487898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defTabSz="691265">
              <a:lnSpc>
                <a:spcPct val="110000"/>
              </a:lnSpc>
              <a:buClr>
                <a:srgbClr val="0027A4"/>
              </a:buClr>
              <a:buSzPct val="50000"/>
              <a:defRPr/>
            </a:pPr>
            <a:endParaRPr lang="fr-FR" altLang="fr-FR" sz="1100" dirty="0">
              <a:solidFill>
                <a:prstClr val="black"/>
              </a:solidFill>
              <a:latin typeface="Trebuchet MS" panose="020B070302020209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2B173E3-C84F-A7F4-336B-06B15510112F}"/>
              </a:ext>
            </a:extLst>
          </p:cNvPr>
          <p:cNvSpPr txBox="1">
            <a:spLocks/>
          </p:cNvSpPr>
          <p:nvPr/>
        </p:nvSpPr>
        <p:spPr>
          <a:xfrm>
            <a:off x="2335306" y="4462421"/>
            <a:ext cx="4731921" cy="1259572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>
            <a:defPPr>
              <a:defRPr lang="en-US"/>
            </a:defPPr>
            <a:lvl1pPr>
              <a:lnSpc>
                <a:spcPts val="1300"/>
              </a:lnSpc>
              <a:defRPr sz="10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defTabSz="1320728">
              <a:spcAft>
                <a:spcPts val="400"/>
              </a:spcAft>
              <a:buFont typeface="Arial" panose="020B0604020202020204" pitchFamily="34" charset="0"/>
              <a:buNone/>
            </a:pPr>
            <a:endParaRPr lang="fr-FR" sz="1100" dirty="0">
              <a:solidFill>
                <a:prstClr val="black"/>
              </a:solidFill>
              <a:latin typeface="Trebuchet MS" panose="020B070302020209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CB2DCFD1-3E6A-5F70-9082-38F40471B229}"/>
              </a:ext>
            </a:extLst>
          </p:cNvPr>
          <p:cNvSpPr txBox="1">
            <a:spLocks/>
          </p:cNvSpPr>
          <p:nvPr/>
        </p:nvSpPr>
        <p:spPr>
          <a:xfrm>
            <a:off x="8417559" y="1482415"/>
            <a:ext cx="3530600" cy="41474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9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6" lvl="1" indent="-171446" defTabSz="1320728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fr-FR" sz="1100">
              <a:solidFill>
                <a:prstClr val="black"/>
              </a:solidFill>
              <a:latin typeface="Trebuchet MS" panose="020B070302020209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84F4727C-7869-16A7-25A3-3AB9A33B3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706" y="1356671"/>
            <a:ext cx="4857033" cy="4486574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171446" lvl="2" indent="-171446" defTabSz="990546"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fr-FR" sz="1100" dirty="0">
              <a:solidFill>
                <a:sysClr val="windowText" lastClr="000000"/>
              </a:solidFill>
              <a:latin typeface="Trebuchet MS" panose="020B070302020209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DA7423-27C7-63E5-00B9-134757AC5B3E}"/>
              </a:ext>
            </a:extLst>
          </p:cNvPr>
          <p:cNvSpPr/>
          <p:nvPr/>
        </p:nvSpPr>
        <p:spPr bwMode="gray">
          <a:xfrm>
            <a:off x="201416" y="3041130"/>
            <a:ext cx="2000080" cy="436881"/>
          </a:xfrm>
          <a:prstGeom prst="rect">
            <a:avLst/>
          </a:prstGeom>
          <a:solidFill>
            <a:srgbClr val="92278F">
              <a:lumMod val="40000"/>
              <a:lumOff val="60000"/>
              <a:alpha val="75000"/>
            </a:srgb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609585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70302020209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marL="0" marR="0" lvl="0" indent="0" algn="ctr" defTabSz="609585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70302020209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NOM</a:t>
            </a:r>
          </a:p>
          <a:p>
            <a:pPr marL="0" marR="0" lvl="0" indent="0" algn="ctr" defTabSz="609585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kern="0" dirty="0">
                <a:solidFill>
                  <a:prstClr val="black"/>
                </a:solidFill>
                <a:latin typeface="Trebuchet MS" panose="020B0703020202090204" pitchFamily="34" charset="0"/>
                <a:cs typeface="Calibri" panose="020F0502020204030204" pitchFamily="34" charset="0"/>
              </a:rPr>
              <a:t>POSTE</a:t>
            </a:r>
            <a:r>
              <a:rPr kumimoji="0" lang="fr-FR" sz="11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70302020209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ctr" defTabSz="609585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70302020209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Straight Connector 14">
            <a:extLst>
              <a:ext uri="{FF2B5EF4-FFF2-40B4-BE49-F238E27FC236}">
                <a16:creationId xmlns:a16="http://schemas.microsoft.com/office/drawing/2014/main" id="{161C3D55-ACF3-B4FE-0CBA-A5C3D6757742}"/>
              </a:ext>
            </a:extLst>
          </p:cNvPr>
          <p:cNvCxnSpPr>
            <a:cxnSpLocks/>
          </p:cNvCxnSpPr>
          <p:nvPr/>
        </p:nvCxnSpPr>
        <p:spPr>
          <a:xfrm>
            <a:off x="2295972" y="4404060"/>
            <a:ext cx="4622586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31" name="TextBox 15">
            <a:extLst>
              <a:ext uri="{FF2B5EF4-FFF2-40B4-BE49-F238E27FC236}">
                <a16:creationId xmlns:a16="http://schemas.microsoft.com/office/drawing/2014/main" id="{E9F3CCAA-C57A-6F32-019D-04D07E0AB68A}"/>
              </a:ext>
            </a:extLst>
          </p:cNvPr>
          <p:cNvSpPr txBox="1"/>
          <p:nvPr/>
        </p:nvSpPr>
        <p:spPr>
          <a:xfrm>
            <a:off x="2332286" y="2787268"/>
            <a:ext cx="458627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09585">
              <a:spcBef>
                <a:spcPts val="600"/>
              </a:spcBef>
              <a:buSzPct val="100000"/>
            </a:pPr>
            <a:r>
              <a:rPr lang="fr-FR" sz="1100" b="1">
                <a:solidFill>
                  <a:srgbClr val="313131"/>
                </a:solidFill>
                <a:latin typeface="Trebuchet MS" panose="020B070302020209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DOMAINE D’EXPERTISE SPECIFIQUE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3AF9AA16-4748-94D4-496B-D0AAAFF549D3}"/>
              </a:ext>
            </a:extLst>
          </p:cNvPr>
          <p:cNvSpPr txBox="1">
            <a:spLocks/>
          </p:cNvSpPr>
          <p:nvPr/>
        </p:nvSpPr>
        <p:spPr>
          <a:xfrm>
            <a:off x="2332286" y="3071013"/>
            <a:ext cx="4586272" cy="1138674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0" rIns="0" bIns="0" numCol="2"/>
          <a:lstStyle>
            <a:defPPr>
              <a:defRPr lang="en-US"/>
            </a:defPPr>
            <a:lvl1pPr>
              <a:lnSpc>
                <a:spcPts val="1300"/>
              </a:lnSpc>
              <a:defRPr sz="100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/>
              <a:buNone/>
              <a:defRPr lang="en-US"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1094" indent="-191094" algn="l" defTabSz="990571" rtl="0" eaLnBrk="1" latinLnBrk="0" hangingPunct="1">
              <a:spcBef>
                <a:spcPts val="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defRPr 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6089" indent="-191094" algn="l" defTabSz="990571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7182" indent="-191094" algn="l" defTabSz="865030" rtl="0" eaLnBrk="1" latinLnBrk="0" hangingPunct="1">
              <a:spcBef>
                <a:spcPts val="0"/>
              </a:spcBef>
              <a:spcAft>
                <a:spcPts val="6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7182" indent="-191094" algn="l" defTabSz="990571" rtl="0" eaLnBrk="1" latinLnBrk="0" hangingPunct="1">
              <a:spcBef>
                <a:spcPts val="0"/>
              </a:spcBef>
              <a:spcAft>
                <a:spcPts val="1083"/>
              </a:spcAft>
              <a:buFont typeface="Verdana" panose="020B0604030504040204" pitchFamily="34" charset="0"/>
              <a:buChar char="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defTabSz="1320728">
              <a:spcAft>
                <a:spcPts val="400"/>
              </a:spcAft>
              <a:buFont typeface="Arial" panose="020B0604020202020204" pitchFamily="34" charset="0"/>
              <a:buNone/>
            </a:pPr>
            <a:endParaRPr lang="fr-FR" sz="1100" dirty="0">
              <a:solidFill>
                <a:prstClr val="black"/>
              </a:solidFill>
              <a:latin typeface="Trebuchet MS" panose="020B070302020209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Straight Connector 14">
            <a:extLst>
              <a:ext uri="{FF2B5EF4-FFF2-40B4-BE49-F238E27FC236}">
                <a16:creationId xmlns:a16="http://schemas.microsoft.com/office/drawing/2014/main" id="{C4EE366D-63B0-493D-D469-21897A914C1C}"/>
              </a:ext>
            </a:extLst>
          </p:cNvPr>
          <p:cNvCxnSpPr>
            <a:cxnSpLocks/>
          </p:cNvCxnSpPr>
          <p:nvPr/>
        </p:nvCxnSpPr>
        <p:spPr>
          <a:xfrm>
            <a:off x="2312657" y="2969691"/>
            <a:ext cx="4605901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D12414AF-984B-8850-0CE2-D476D2A27437}"/>
              </a:ext>
            </a:extLst>
          </p:cNvPr>
          <p:cNvSpPr txBox="1"/>
          <p:nvPr/>
        </p:nvSpPr>
        <p:spPr>
          <a:xfrm>
            <a:off x="194646" y="3611112"/>
            <a:ext cx="202110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09585">
              <a:spcBef>
                <a:spcPts val="600"/>
              </a:spcBef>
              <a:buSzPct val="100000"/>
            </a:pPr>
            <a:r>
              <a:rPr lang="fr-FR" sz="1100" b="1">
                <a:solidFill>
                  <a:srgbClr val="313131"/>
                </a:solidFill>
                <a:latin typeface="Trebuchet MS" panose="020B070302020209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FORMATION</a:t>
            </a:r>
            <a:endParaRPr lang="en-US" sz="1100" b="1">
              <a:solidFill>
                <a:srgbClr val="313131"/>
              </a:solidFill>
              <a:latin typeface="Trebuchet MS" panose="020B070302020209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3D31DA9-3B48-2B2D-A728-3C069B4F02F2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74CF578C-436A-BF79-DB15-CA55CDB26AEF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CF9BE2D7-533E-227D-4564-9A89FDED45F1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1E8921F5-2333-F86D-F4B2-8A1BB4FB207A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A539385A-1397-D7B7-CFE6-7296D413DE40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A42F7047-F2FF-5B3D-19BF-0C6A07EE50BF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4F5F8D2E-9047-8556-6760-7E5F81ACD5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sp>
        <p:nvSpPr>
          <p:cNvPr id="46" name="Titre 1">
            <a:extLst>
              <a:ext uri="{FF2B5EF4-FFF2-40B4-BE49-F238E27FC236}">
                <a16:creationId xmlns:a16="http://schemas.microsoft.com/office/drawing/2014/main" id="{DB787966-8DBE-053C-9ADA-F95E0975B2D9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</a:t>
            </a:r>
            <a:r>
              <a:rPr lang="fr-FR" sz="1800" kern="0" spc="-60">
                <a:solidFill>
                  <a:srgbClr val="7030A0"/>
                </a:solidFill>
                <a:latin typeface="Trebuchet MS" panose="020B0703020202090204" pitchFamily="34" charset="0"/>
              </a:rPr>
              <a:t>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2" name="Titre 2">
            <a:extLst>
              <a:ext uri="{FF2B5EF4-FFF2-40B4-BE49-F238E27FC236}">
                <a16:creationId xmlns:a16="http://schemas.microsoft.com/office/drawing/2014/main" id="{1EAD7742-383D-4333-3677-AF092F02986E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293700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BA26-138B-4056-4E16-3D2D6D18E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AD30AAC9-6546-E663-97D7-D4D8B2D8BA6A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DCF7C043-4DA3-F7FD-367B-62051BF73F76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DAE4971-5096-206D-F4F6-7EAF9C074613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59EEB449-7D61-9250-550E-B974EC48FC70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C59AD8B9-647A-1788-9703-6D6B65BEC3BF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A2A4DC4A-5206-59A9-87FA-92E976B059BB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2A804928-868E-7174-FAB7-EDB17A4A0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3BE219C5-4026-CA54-4546-F2BB5AFD4F57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0F66C6F-8D63-D6FC-46F1-457A10503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006376"/>
              </p:ext>
            </p:extLst>
          </p:nvPr>
        </p:nvGraphicFramePr>
        <p:xfrm>
          <a:off x="303361" y="1531799"/>
          <a:ext cx="11708125" cy="2953621"/>
        </p:xfrm>
        <a:graphic>
          <a:graphicData uri="http://schemas.openxmlformats.org/drawingml/2006/table">
            <a:tbl>
              <a:tblPr firstRow="1" firstCol="1" bandRow="1"/>
              <a:tblGrid>
                <a:gridCol w="3342758">
                  <a:extLst>
                    <a:ext uri="{9D8B030D-6E8A-4147-A177-3AD203B41FA5}">
                      <a16:colId xmlns:a16="http://schemas.microsoft.com/office/drawing/2014/main" val="1039195479"/>
                    </a:ext>
                  </a:extLst>
                </a:gridCol>
                <a:gridCol w="4150756">
                  <a:extLst>
                    <a:ext uri="{9D8B030D-6E8A-4147-A177-3AD203B41FA5}">
                      <a16:colId xmlns:a16="http://schemas.microsoft.com/office/drawing/2014/main" val="699193719"/>
                    </a:ext>
                  </a:extLst>
                </a:gridCol>
                <a:gridCol w="4214611">
                  <a:extLst>
                    <a:ext uri="{9D8B030D-6E8A-4147-A177-3AD203B41FA5}">
                      <a16:colId xmlns:a16="http://schemas.microsoft.com/office/drawing/2014/main" val="4190662465"/>
                    </a:ext>
                  </a:extLst>
                </a:gridCol>
              </a:tblGrid>
              <a:tr h="15523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200">
                          <a:solidFill>
                            <a:schemeClr val="bg1"/>
                          </a:solidFill>
                          <a:effectLst/>
                        </a:rPr>
                        <a:t>Nom de la société </a:t>
                      </a:r>
                      <a:endParaRPr lang="fr-FR" sz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200">
                          <a:solidFill>
                            <a:schemeClr val="bg1"/>
                          </a:solidFill>
                          <a:effectLst/>
                        </a:rPr>
                        <a:t> Poste occupé </a:t>
                      </a:r>
                      <a:endParaRPr lang="fr-FR" sz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>
                          <a:solidFill>
                            <a:schemeClr val="bg1"/>
                          </a:solidFill>
                          <a:effectLst/>
                        </a:rPr>
                        <a:t>Période de l’emploi</a:t>
                      </a:r>
                      <a:endParaRPr lang="fr-FR" sz="1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33773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9076"/>
                  </a:ext>
                </a:extLst>
              </a:tr>
              <a:tr h="32493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DD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DD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481764"/>
                  </a:ext>
                </a:extLst>
              </a:tr>
              <a:tr h="39111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432592"/>
                  </a:ext>
                </a:extLst>
              </a:tr>
              <a:tr h="47266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8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8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663765"/>
                  </a:ext>
                </a:extLst>
              </a:tr>
              <a:tr h="44245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685565"/>
                  </a:ext>
                </a:extLst>
              </a:tr>
              <a:tr h="44128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8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8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282687"/>
                  </a:ext>
                </a:extLst>
              </a:tr>
              <a:tr h="34544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  <a:tabLst>
                          <a:tab pos="929005" algn="l"/>
                          <a:tab pos="2000250" algn="r"/>
                        </a:tabLs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720"/>
                        </a:spcAft>
                      </a:pPr>
                      <a:endParaRPr lang="fr-FR" sz="1100" b="0" kern="600" noProof="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67294" marR="6729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536662"/>
                  </a:ext>
                </a:extLst>
              </a:tr>
            </a:tbl>
          </a:graphicData>
        </a:graphic>
      </p:graphicFrame>
      <p:sp>
        <p:nvSpPr>
          <p:cNvPr id="13" name="TextBox 5">
            <a:extLst>
              <a:ext uri="{FF2B5EF4-FFF2-40B4-BE49-F238E27FC236}">
                <a16:creationId xmlns:a16="http://schemas.microsoft.com/office/drawing/2014/main" id="{73A6C949-C07F-A048-BB14-EC3FC78FCE0E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kumimoji="0" lang="fr-FR" sz="1100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Trebuchet MS" panose="020B0703020202090204" pitchFamily="34" charset="0"/>
                <a:ea typeface="ＭＳ Ｐゴシック" charset="0"/>
                <a:cs typeface="+mj-cs"/>
              </a:rPr>
              <a:t>Expérience professionnelle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F60AAC7-90C2-19A3-0D3F-06019ED8F808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95ACF51C-6F90-F57C-F2B4-DADFA2BE1D45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1404043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9E77-CA0E-014D-B3CD-CA38166B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9C69F4D2-57BD-67ED-B8A0-A9BC577FE422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A905093F-4543-CA39-100C-3E55AE3E2648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548D2F2-A138-8805-5A23-C4C2F74D39B6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F4ECA084-0A2D-EBF7-D7C9-4356D6F45227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0DDA4491-D421-25C1-EC6D-DFDB52A25C09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40B4BAB7-8C33-135D-CAD1-438E5BF89DAC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45CD2464-3E76-A9F8-D2C7-39E90CD57B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BC3D1291-0FBB-6BCA-898B-F425B9427241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EF122F11-84CA-099E-A6C5-BF9307F08D53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D146B95-295E-5006-9F9D-54C9FE7ED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82384"/>
              </p:ext>
            </p:extLst>
          </p:nvPr>
        </p:nvGraphicFramePr>
        <p:xfrm>
          <a:off x="303362" y="1531799"/>
          <a:ext cx="11708123" cy="2659205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114300" marR="11430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114300" marR="11430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114300" marR="11430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15134" marR="15134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9076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E78CBD07-831F-7954-BF01-873E0D8AFACF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8BCE2E0E-E67B-7B0B-7DF9-B61AFCED7273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2814851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5DBE0-3865-EFA0-A5F6-CF583279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0A6C8766-7638-B104-53F2-494816894533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22668DD8-5879-AEA7-9B4F-3D3FF93E92D6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FCDE642-2789-4FD9-B24A-B8003D8CDF7C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962BAC0B-A775-ACD6-941B-91CAEE49F5F5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C7400A65-906B-6034-F547-5F727B0B76D4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C773DFDB-02D3-5AFA-9E10-51DF2FD6EEF2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6499D114-CEC5-7BC7-AA6F-1B8AFFCDF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161DA479-0CAB-8CA2-5966-FC3D096042A6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B3C269C4-9F74-6F19-5B21-65C97A0748F1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E7AF050-E14C-08E7-92E7-8CDB8210A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95770"/>
              </p:ext>
            </p:extLst>
          </p:nvPr>
        </p:nvGraphicFramePr>
        <p:xfrm>
          <a:off x="303362" y="1531799"/>
          <a:ext cx="11708123" cy="2659205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9076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5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418B7DF9-28B0-4589-7493-AAF2809B4604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1D0358DE-0060-5F96-8767-43DDC70173F6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3534667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63B90-267B-7DE0-C9C5-78318424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0E672A0-194B-3DF8-0FB3-E1664685A2D3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8D01F390-0EB9-BA52-D801-CFAAD928A386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B77D5DD-5AF4-5678-5260-72B0417F92AE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4F830419-84D0-6A0E-6349-F33E083B42B2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1BD73431-B024-1A2B-921C-8C0147C4BFF3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50C9AED6-B04E-B9BF-D846-0A8AB7A8DEE1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C1501D27-D29D-B196-BFC2-659A573933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75D490CB-83D5-E035-0C8E-FEA8323B4728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208DCA5C-A1FA-C261-A827-5A872659C1F6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DEB235B-95A6-7C1C-504E-F974DAC96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430250"/>
              </p:ext>
            </p:extLst>
          </p:nvPr>
        </p:nvGraphicFramePr>
        <p:xfrm>
          <a:off x="303362" y="1531799"/>
          <a:ext cx="11708123" cy="2659205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9076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FC6D42E6-99F9-50D8-CA05-541D3B714D82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FBEB42C8-69F1-CE73-E36D-BAB36724D1A7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292177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FA6F-F3FC-3EE9-015A-F82CFD8F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4A637DA0-6345-243E-D781-32EFF6BF424A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8C809A50-2618-1578-C97F-A8DAD7FA7F5F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2CAC234-A085-887C-969B-CDD0C23B4E96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ACCF6B7D-32E4-066F-B904-0A10859D5A06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704DC3B6-6BDA-2CEE-5BD4-83E2457D293B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B017EEA2-E220-B61F-2B9D-DE77BDDBAF9B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EF212440-2322-B992-F8A5-B50A04364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5350FD09-67B1-A3BB-91A3-114885D44B82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B0775644-B658-ED5C-DD06-CFDFD83021E5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125D443-83D4-6BB3-1DC7-F1BF409A7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078515"/>
              </p:ext>
            </p:extLst>
          </p:nvPr>
        </p:nvGraphicFramePr>
        <p:xfrm>
          <a:off x="303362" y="1531799"/>
          <a:ext cx="11708123" cy="3900479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10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+mn-lt"/>
                        </a:rPr>
                        <a:t>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9076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794036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A9765B36-60DC-4C84-EC3D-9EBAC189BB79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5769B270-580F-9B8F-28C7-D19CDCB5AA0C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3904095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E5E2-ABDA-6E7A-B4B6-CF216EE89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9A1BD457-49DD-5D1D-C782-FF848FD2C40B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181F1C87-0B9B-0B48-3721-CA49AC249AE0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0E3F02F3-5C0C-3858-8E3B-8D4FA4D2DF6F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CB9B9EC8-ED45-7949-0AB8-B6D4EAF66DD6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08528DDE-1636-2808-FC1B-14F61F7F6F21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8C21CA22-95EF-CD96-D019-6C5EB766A1F8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1004F370-639E-144B-E1D8-4BDF9C17E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5260CB37-531C-91FB-6102-0C4A7196E2FC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336E9DEE-AEFB-41E1-8977-8346A057DF8C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E42AA4FC-98F3-09EC-D01A-61BD720ED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322435"/>
              </p:ext>
            </p:extLst>
          </p:nvPr>
        </p:nvGraphicFramePr>
        <p:xfrm>
          <a:off x="303362" y="1531799"/>
          <a:ext cx="11708123" cy="3663234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8814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1241274"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b="1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66032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320647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980973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641298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301621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961946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622270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5282594" algn="l" defTabSz="1320647" rtl="0" eaLnBrk="1" latinLnBrk="0" hangingPunct="1">
                        <a:defRPr sz="26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9076"/>
                  </a:ext>
                </a:extLst>
              </a:tr>
              <a:tr h="12412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fr-FR" sz="10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+mn-lt"/>
                        </a:rPr>
                        <a:t>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794036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519F0BFC-EE07-FBB1-6413-CBE520471651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ED1A685E-D28C-BC2C-D9FD-2074657F3FEE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10291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8B0C-32F2-D4E6-0D4A-A06900A7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01B484B-E697-1D9C-56D2-75A981CBA69A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ADD3039D-0CEE-6992-6DC5-C79A327D99A8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A1D6E5FF-EEB3-4479-FF6F-9FE530539E9B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09C3F089-C2D8-4F37-596E-3265B27CC5AE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E0DCCF27-9431-DE60-AB4C-BA15402360D8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38805D0D-E94C-3700-C34C-440DD2AC0892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FD44B299-1063-C23C-7BC1-A74C064972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7054CD4A-7F3E-1DC0-C3D2-ED50403235AB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8763C577-DB39-A69B-8300-2620987944B7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645F80C8-2983-BBF3-637C-4EC2899D0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5534"/>
              </p:ext>
            </p:extLst>
          </p:nvPr>
        </p:nvGraphicFramePr>
        <p:xfrm>
          <a:off x="303362" y="1531799"/>
          <a:ext cx="11708123" cy="2655563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12412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819076"/>
                  </a:ext>
                </a:extLst>
              </a:tr>
              <a:tr h="12412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794036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A14498F1-8C6C-CAE0-F865-CF5838391C84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87164B13-BC78-6F48-DE19-6D8647575C88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2488261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366F5-57B6-CC56-2677-4A02F32A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FEF7312F-3D68-B2AD-2E6C-1F3CD5D4B7A5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B1C34785-D67B-1664-DEDF-2C51850BB847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760E40BD-4507-5769-2913-A33B0A4BD83A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DAFDB3B3-F2D0-EE16-C01C-4E88634845FD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2EC3D445-8E4E-3AFD-C12E-9B024B3690AA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21FB9357-6E60-4343-F136-ADAC7E38ACB0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D78B1C5B-5D0D-86A3-0C67-474328633E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6365DF26-A67D-1733-0083-917EC97EE68A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04973D84-2964-5E8D-C8B5-48E0682DCF68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31EF8FE5-D20E-D4A2-CC52-A2830966C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440106"/>
              </p:ext>
            </p:extLst>
          </p:nvPr>
        </p:nvGraphicFramePr>
        <p:xfrm>
          <a:off x="303362" y="1531799"/>
          <a:ext cx="11708123" cy="3150641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113428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345089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A088E322-3F57-3512-BEC0-F1CA783ABFE0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B2796BD5-1B1A-7FD0-4A4A-5ED0828DC1DF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4642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824A-473F-FFC3-5999-C162328C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424BF360-C214-A67A-22E0-117FECFDF9D5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64FEA6A9-1ECB-A99D-9F2C-156CEBAC750A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8587D93B-58F4-1218-BCCA-F60EEACEA12E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A1004311-E413-4EF3-AB04-59C0C3E9D8A5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CEF894DF-4E26-2C3F-BE88-C9258DEDC007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3BA97677-C675-311C-A87A-B0A007D7010E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D29E11E4-9391-8A83-172C-06F241196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4E2DF804-DE6F-9EA1-758F-99DE776B2E7B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A01FBD7F-2F7F-0EB0-3932-4E13F219B13D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C1CCF24-DE40-C227-19D6-E54A7D5DD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399129"/>
              </p:ext>
            </p:extLst>
          </p:nvPr>
        </p:nvGraphicFramePr>
        <p:xfrm>
          <a:off x="303362" y="1531799"/>
          <a:ext cx="11708123" cy="4143183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113428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345089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55444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434D7979-1514-C906-9E62-3F0544D35FF8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EE595D26-6E63-1E4A-90A6-35F20A95964A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1980486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8A9E-0737-84D2-330A-629B5FBD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6E95EE84-1A6E-9298-5749-33EAB355DA87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E3E1A63D-362F-5787-AF09-C555AB609BE8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6376C7F0-CFA1-B05E-09B2-05C7B8562D12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653C2CEA-AD5F-D933-7ACB-EF5DA87E1798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3B234A7D-4AB2-3D06-59F2-77062AD20F15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45070F53-1AA9-46E1-858F-59A4D76556E8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CEA5A65A-9486-56D9-207F-088A43553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0A1F5F4A-6C6A-984F-7C3D-576162A09A5E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FB4D1643-763F-52D9-3CAC-78BF5749A266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DB28FC7-2B4F-B99C-A591-A2B06098B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47929"/>
              </p:ext>
            </p:extLst>
          </p:nvPr>
        </p:nvGraphicFramePr>
        <p:xfrm>
          <a:off x="303362" y="1531799"/>
          <a:ext cx="11708123" cy="4143183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113428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345089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55444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7690D7AD-198D-F67A-1CC0-D68D0F2542E9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 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13F3E297-0B9B-D36C-CE4F-412895774527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52491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B567-1638-EE05-D431-72524730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4EAB1E8-0C78-5E8B-AEA7-2FA8EE4CAA04}"/>
              </a:ext>
            </a:extLst>
          </p:cNvPr>
          <p:cNvGrpSpPr/>
          <p:nvPr/>
        </p:nvGrpSpPr>
        <p:grpSpPr>
          <a:xfrm>
            <a:off x="303363" y="140163"/>
            <a:ext cx="479465" cy="479465"/>
            <a:chOff x="459319" y="4314168"/>
            <a:chExt cx="479465" cy="479465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0D3452A7-18DC-A81A-22B0-122AAAD0C01E}"/>
                </a:ext>
              </a:extLst>
            </p:cNvPr>
            <p:cNvSpPr/>
            <p:nvPr/>
          </p:nvSpPr>
          <p:spPr>
            <a:xfrm>
              <a:off x="459319" y="4314168"/>
              <a:ext cx="479465" cy="47946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FD143667-1D24-B40E-0A93-9F18DEA72796}"/>
                </a:ext>
              </a:extLst>
            </p:cNvPr>
            <p:cNvGrpSpPr/>
            <p:nvPr/>
          </p:nvGrpSpPr>
          <p:grpSpPr>
            <a:xfrm>
              <a:off x="474159" y="4342321"/>
              <a:ext cx="460463" cy="449796"/>
              <a:chOff x="11839030" y="1672382"/>
              <a:chExt cx="362292" cy="353900"/>
            </a:xfrm>
          </p:grpSpPr>
          <p:grpSp>
            <p:nvGrpSpPr>
              <p:cNvPr id="42" name="Group 6">
                <a:extLst>
                  <a:ext uri="{FF2B5EF4-FFF2-40B4-BE49-F238E27FC236}">
                    <a16:creationId xmlns:a16="http://schemas.microsoft.com/office/drawing/2014/main" id="{261CCD7F-CE65-4F3D-888D-2B06FF262F39}"/>
                  </a:ext>
                </a:extLst>
              </p:cNvPr>
              <p:cNvGrpSpPr/>
              <p:nvPr/>
            </p:nvGrpSpPr>
            <p:grpSpPr>
              <a:xfrm>
                <a:off x="11839030" y="1672382"/>
                <a:ext cx="353900" cy="353900"/>
                <a:chOff x="1141338" y="2797935"/>
                <a:chExt cx="1781322" cy="1781322"/>
              </a:xfrm>
            </p:grpSpPr>
            <p:sp>
              <p:nvSpPr>
                <p:cNvPr id="44" name="Oval 8">
                  <a:extLst>
                    <a:ext uri="{FF2B5EF4-FFF2-40B4-BE49-F238E27FC236}">
                      <a16:creationId xmlns:a16="http://schemas.microsoft.com/office/drawing/2014/main" id="{A86DB134-E24C-D667-ADB1-EB637C3B4CE7}"/>
                    </a:ext>
                  </a:extLst>
                </p:cNvPr>
                <p:cNvSpPr/>
                <p:nvPr/>
              </p:nvSpPr>
              <p:spPr>
                <a:xfrm>
                  <a:off x="1141338" y="2797935"/>
                  <a:ext cx="1781322" cy="1781322"/>
                </a:xfrm>
                <a:prstGeom prst="ellipse">
                  <a:avLst/>
                </a:prstGeom>
                <a:solidFill>
                  <a:srgbClr val="624191">
                    <a:alpha val="3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9">
                  <a:extLst>
                    <a:ext uri="{FF2B5EF4-FFF2-40B4-BE49-F238E27FC236}">
                      <a16:creationId xmlns:a16="http://schemas.microsoft.com/office/drawing/2014/main" id="{62A3F0E2-E567-2C37-9F18-54F661FE31DC}"/>
                    </a:ext>
                  </a:extLst>
                </p:cNvPr>
                <p:cNvSpPr/>
                <p:nvPr/>
              </p:nvSpPr>
              <p:spPr>
                <a:xfrm>
                  <a:off x="1253671" y="2910268"/>
                  <a:ext cx="1556657" cy="1556657"/>
                </a:xfrm>
                <a:prstGeom prst="ellipse">
                  <a:avLst/>
                </a:prstGeom>
                <a:solidFill>
                  <a:srgbClr val="624191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43" name="Image 42" descr="Une image contenant symbole, logo, Police, Graphique&#10;&#10;Le contenu généré par l’IA peut être incorrect.">
                <a:extLst>
                  <a:ext uri="{FF2B5EF4-FFF2-40B4-BE49-F238E27FC236}">
                    <a16:creationId xmlns:a16="http://schemas.microsoft.com/office/drawing/2014/main" id="{FF251074-479D-6496-1559-964D87888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66" r="6255" b="21697"/>
              <a:stretch/>
            </p:blipFill>
            <p:spPr>
              <a:xfrm>
                <a:off x="11839030" y="1684515"/>
                <a:ext cx="362292" cy="329635"/>
              </a:xfrm>
              <a:prstGeom prst="rect">
                <a:avLst/>
              </a:prstGeom>
            </p:spPr>
          </p:pic>
        </p:grpSp>
      </p:grpSp>
      <p:cxnSp>
        <p:nvCxnSpPr>
          <p:cNvPr id="2" name="Straight Connector 14">
            <a:extLst>
              <a:ext uri="{FF2B5EF4-FFF2-40B4-BE49-F238E27FC236}">
                <a16:creationId xmlns:a16="http://schemas.microsoft.com/office/drawing/2014/main" id="{EA08855A-EC3C-26F0-D1AB-A2982296B582}"/>
              </a:ext>
            </a:extLst>
          </p:cNvPr>
          <p:cNvCxnSpPr>
            <a:cxnSpLocks/>
          </p:cNvCxnSpPr>
          <p:nvPr/>
        </p:nvCxnSpPr>
        <p:spPr>
          <a:xfrm>
            <a:off x="299853" y="1417518"/>
            <a:ext cx="4771903" cy="0"/>
          </a:xfrm>
          <a:prstGeom prst="line">
            <a:avLst/>
          </a:prstGeom>
          <a:noFill/>
          <a:ln w="31750" cap="flat" cmpd="sng" algn="ctr">
            <a:solidFill>
              <a:srgbClr val="8064A2"/>
            </a:solidFill>
            <a:prstDash val="solid"/>
            <a:miter lim="800000"/>
          </a:ln>
          <a:effectLst/>
        </p:spPr>
      </p:cxnSp>
      <p:sp>
        <p:nvSpPr>
          <p:cNvPr id="13" name="TextBox 5">
            <a:extLst>
              <a:ext uri="{FF2B5EF4-FFF2-40B4-BE49-F238E27FC236}">
                <a16:creationId xmlns:a16="http://schemas.microsoft.com/office/drawing/2014/main" id="{D981A3E2-81E0-B6EE-D509-359D42A21016}"/>
              </a:ext>
            </a:extLst>
          </p:cNvPr>
          <p:cNvSpPr txBox="1"/>
          <p:nvPr/>
        </p:nvSpPr>
        <p:spPr>
          <a:xfrm>
            <a:off x="346568" y="121176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 sz="2000"/>
            </a:pPr>
            <a:r>
              <a:rPr lang="fr-FR" sz="1100" b="1" kern="0" spc="-60">
                <a:latin typeface="Trebuchet MS" panose="020B0703020202090204" pitchFamily="34" charset="0"/>
                <a:ea typeface="ＭＳ Ｐゴシック" charset="0"/>
                <a:cs typeface="+mj-cs"/>
              </a:rPr>
              <a:t>Details projets réalises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EC41140-94CE-6642-AFA7-2550E2679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240827"/>
              </p:ext>
            </p:extLst>
          </p:nvPr>
        </p:nvGraphicFramePr>
        <p:xfrm>
          <a:off x="303362" y="1531799"/>
          <a:ext cx="11708123" cy="3059905"/>
        </p:xfrm>
        <a:graphic>
          <a:graphicData uri="http://schemas.openxmlformats.org/drawingml/2006/table">
            <a:tbl>
              <a:tblPr firstRow="1" firstCol="1" bandRow="1"/>
              <a:tblGrid>
                <a:gridCol w="1304137">
                  <a:extLst>
                    <a:ext uri="{9D8B030D-6E8A-4147-A177-3AD203B41FA5}">
                      <a16:colId xmlns:a16="http://schemas.microsoft.com/office/drawing/2014/main" val="1878263298"/>
                    </a:ext>
                  </a:extLst>
                </a:gridCol>
                <a:gridCol w="1776290">
                  <a:extLst>
                    <a:ext uri="{9D8B030D-6E8A-4147-A177-3AD203B41FA5}">
                      <a16:colId xmlns:a16="http://schemas.microsoft.com/office/drawing/2014/main" val="612955656"/>
                    </a:ext>
                  </a:extLst>
                </a:gridCol>
                <a:gridCol w="1190027">
                  <a:extLst>
                    <a:ext uri="{9D8B030D-6E8A-4147-A177-3AD203B41FA5}">
                      <a16:colId xmlns:a16="http://schemas.microsoft.com/office/drawing/2014/main" val="561283472"/>
                    </a:ext>
                  </a:extLst>
                </a:gridCol>
                <a:gridCol w="7437669">
                  <a:extLst>
                    <a:ext uri="{9D8B030D-6E8A-4147-A177-3AD203B41FA5}">
                      <a16:colId xmlns:a16="http://schemas.microsoft.com/office/drawing/2014/main" val="2175110724"/>
                    </a:ext>
                  </a:extLst>
                </a:gridCol>
              </a:tblGrid>
              <a:tr h="173015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Période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Organisation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Pays</a:t>
                      </a: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  <a:effectLst/>
                          <a:latin typeface="Trebuchet MS" panose="020B0703020202090204" pitchFamily="34" charset="0"/>
                        </a:rPr>
                        <a:t>Résumé des activités </a:t>
                      </a:r>
                      <a:endParaRPr lang="fr-FR" sz="1100">
                        <a:solidFill>
                          <a:schemeClr val="bg1"/>
                        </a:solidFill>
                        <a:effectLst/>
                        <a:latin typeface="Trebuchet MS" panose="020B070302020209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150" marR="15150" marT="0" marB="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74519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591468"/>
                  </a:ext>
                </a:extLst>
              </a:tr>
              <a:tr h="992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113428"/>
                  </a:ext>
                </a:extLst>
              </a:tr>
              <a:tr h="901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endParaRPr lang="fr-FR" sz="1000" b="0" i="0" kern="1200" dirty="0">
                        <a:solidFill>
                          <a:schemeClr val="tx1"/>
                        </a:solidFill>
                        <a:effectLst/>
                        <a:latin typeface="Trebuchet MS" panose="020B0703020202090204" pitchFamily="34" charset="0"/>
                        <a:ea typeface="+mn-lt"/>
                        <a:cs typeface="+mn-lt"/>
                        <a:sym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84946" algn="just" defTabSz="41275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fr-F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rebuchet MS" panose="020B0703020202090204" pitchFamily="34" charset="0"/>
                        <a:ea typeface="+mn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5EB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5EB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345089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1CCCC518-B44C-491F-BE32-D5A76550600A}"/>
              </a:ext>
            </a:extLst>
          </p:cNvPr>
          <p:cNvSpPr txBox="1">
            <a:spLocks/>
          </p:cNvSpPr>
          <p:nvPr/>
        </p:nvSpPr>
        <p:spPr>
          <a:xfrm>
            <a:off x="707736" y="661686"/>
            <a:ext cx="7896768" cy="4117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+mj-lt"/>
                <a:ea typeface="ＭＳ Ｐゴシック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ea typeface="ＭＳ Ｐゴシック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Garamond" pitchFamily="18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rPr lang="fr-FR" sz="1800" kern="0" spc="-60" dirty="0">
                <a:solidFill>
                  <a:srgbClr val="7030A0"/>
                </a:solidFill>
                <a:latin typeface="Trebuchet MS" panose="020B0703020202090204" pitchFamily="34" charset="0"/>
              </a:rPr>
              <a:t>CV détaillé du Directeur de mission : NOM</a:t>
            </a:r>
            <a:endParaRPr kumimoji="0" lang="fr-FR" sz="1800" b="0" i="0" u="none" strike="noStrike" kern="0" cap="none" spc="-6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9A1EF9FD-4228-1449-CE06-4F176D1FADE8}"/>
              </a:ext>
            </a:extLst>
          </p:cNvPr>
          <p:cNvSpPr txBox="1">
            <a:spLocks/>
          </p:cNvSpPr>
          <p:nvPr/>
        </p:nvSpPr>
        <p:spPr>
          <a:xfrm>
            <a:off x="828296" y="129530"/>
            <a:ext cx="6544053" cy="411750"/>
          </a:xfrm>
          <a:prstGeom prst="rect">
            <a:avLst/>
          </a:prstGeom>
        </p:spPr>
        <p:txBody>
          <a:bodyPr vert="horz" lIns="0" rIns="0"/>
          <a:lstStyle>
            <a:lvl1pPr algn="l" defTabSz="457200" rtl="0" eaLnBrk="1" latinLnBrk="0" hangingPunct="1">
              <a:lnSpc>
                <a:spcPts val="3400"/>
              </a:lnSpc>
              <a:spcBef>
                <a:spcPct val="0"/>
              </a:spcBef>
              <a:buNone/>
              <a:defRPr sz="3000" b="1" kern="1200">
                <a:solidFill>
                  <a:srgbClr val="4F2D7F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>
                <a:ln>
                  <a:noFill/>
                </a:ln>
                <a:solidFill>
                  <a:srgbClr val="4F2D7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ÉQUIPE D’INTERVENTION </a:t>
            </a:r>
          </a:p>
        </p:txBody>
      </p:sp>
    </p:spTree>
    <p:extLst>
      <p:ext uri="{BB962C8B-B14F-4D97-AF65-F5344CB8AC3E}">
        <p14:creationId xmlns:p14="http://schemas.microsoft.com/office/powerpoint/2010/main" val="8488624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248</Words>
  <Application>Microsoft Office PowerPoint</Application>
  <PresentationFormat>Grand écran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Trebuchet MS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Papa Malick GUEYE</dc:creator>
  <cp:lastModifiedBy>Fatou Kiné TOURE</cp:lastModifiedBy>
  <cp:revision>2</cp:revision>
  <dcterms:created xsi:type="dcterms:W3CDTF">2025-11-11T12:17:00Z</dcterms:created>
  <dcterms:modified xsi:type="dcterms:W3CDTF">2025-11-27T16:13:51Z</dcterms:modified>
</cp:coreProperties>
</file>