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10174" r:id="rId2"/>
    <p:sldId id="2147474547" r:id="rId3"/>
    <p:sldId id="2147474548" r:id="rId4"/>
    <p:sldId id="2147474447" r:id="rId5"/>
    <p:sldId id="2147474449" r:id="rId6"/>
    <p:sldId id="2147474450" r:id="rId7"/>
    <p:sldId id="2147474451" r:id="rId8"/>
    <p:sldId id="2147474468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ou Kiné TOURE" userId="474f0742-dcfa-4381-a167-360bbb224589" providerId="ADAL" clId="{1F79BC5C-D5A5-41F1-828B-E8ECAA3B8300}"/>
    <pc:docChg chg="undo custSel addSld delSld modSld delMainMaster modMainMaster">
      <pc:chgData name="Fatou Kiné TOURE" userId="474f0742-dcfa-4381-a167-360bbb224589" providerId="ADAL" clId="{1F79BC5C-D5A5-41F1-828B-E8ECAA3B8300}" dt="2025-12-10T10:25:28.659" v="1035" actId="478"/>
      <pc:docMkLst>
        <pc:docMk/>
      </pc:docMkLst>
      <pc:sldChg chg="delSp modSp mod">
        <pc:chgData name="Fatou Kiné TOURE" userId="474f0742-dcfa-4381-a167-360bbb224589" providerId="ADAL" clId="{1F79BC5C-D5A5-41F1-828B-E8ECAA3B8300}" dt="2025-12-10T10:00:00.265" v="1022" actId="478"/>
        <pc:sldMkLst>
          <pc:docMk/>
          <pc:sldMk cId="730326741" sldId="10174"/>
        </pc:sldMkLst>
        <pc:spChg chg="mod">
          <ac:chgData name="Fatou Kiné TOURE" userId="474f0742-dcfa-4381-a167-360bbb224589" providerId="ADAL" clId="{1F79BC5C-D5A5-41F1-828B-E8ECAA3B8300}" dt="2025-12-01T10:27:55.859" v="10" actId="20577"/>
          <ac:spMkLst>
            <pc:docMk/>
            <pc:sldMk cId="730326741" sldId="10174"/>
            <ac:spMk id="26" creationId="{47124749-E7E0-C122-AD4D-7E6B91C93C42}"/>
          </ac:spMkLst>
        </pc:spChg>
        <pc:spChg chg="mod">
          <ac:chgData name="Fatou Kiné TOURE" userId="474f0742-dcfa-4381-a167-360bbb224589" providerId="ADAL" clId="{1F79BC5C-D5A5-41F1-828B-E8ECAA3B8300}" dt="2025-12-01T10:30:43.231" v="109" actId="20577"/>
          <ac:spMkLst>
            <pc:docMk/>
            <pc:sldMk cId="730326741" sldId="10174"/>
            <ac:spMk id="27" creationId="{3AA19FFA-13C3-12E2-CAE0-99464EC4FDEE}"/>
          </ac:spMkLst>
        </pc:spChg>
        <pc:spChg chg="mod">
          <ac:chgData name="Fatou Kiné TOURE" userId="474f0742-dcfa-4381-a167-360bbb224589" providerId="ADAL" clId="{1F79BC5C-D5A5-41F1-828B-E8ECAA3B8300}" dt="2025-12-01T10:30:49.269" v="110" actId="20577"/>
          <ac:spMkLst>
            <pc:docMk/>
            <pc:sldMk cId="730326741" sldId="10174"/>
            <ac:spMk id="29" creationId="{694121E1-18B5-1601-B2D7-06DC5CA4C658}"/>
          </ac:spMkLst>
        </pc:spChg>
        <pc:spChg chg="mod">
          <ac:chgData name="Fatou Kiné TOURE" userId="474f0742-dcfa-4381-a167-360bbb224589" providerId="ADAL" clId="{1F79BC5C-D5A5-41F1-828B-E8ECAA3B8300}" dt="2025-12-01T16:00:40.129" v="902" actId="20577"/>
          <ac:spMkLst>
            <pc:docMk/>
            <pc:sldMk cId="730326741" sldId="10174"/>
            <ac:spMk id="41" creationId="{A1213439-59CC-A888-589D-EC5689DA6B1C}"/>
          </ac:spMkLst>
        </pc:spChg>
        <pc:spChg chg="mod">
          <ac:chgData name="Fatou Kiné TOURE" userId="474f0742-dcfa-4381-a167-360bbb224589" providerId="ADAL" clId="{1F79BC5C-D5A5-41F1-828B-E8ECAA3B8300}" dt="2025-12-01T15:01:59.189" v="842" actId="20577"/>
          <ac:spMkLst>
            <pc:docMk/>
            <pc:sldMk cId="730326741" sldId="10174"/>
            <ac:spMk id="45" creationId="{E827E634-1DAC-AA4A-3CD9-AE25F33E7219}"/>
          </ac:spMkLst>
        </pc:spChg>
        <pc:spChg chg="mod">
          <ac:chgData name="Fatou Kiné TOURE" userId="474f0742-dcfa-4381-a167-360bbb224589" providerId="ADAL" clId="{1F79BC5C-D5A5-41F1-828B-E8ECAA3B8300}" dt="2025-12-09T11:29:44.243" v="1021" actId="20577"/>
          <ac:spMkLst>
            <pc:docMk/>
            <pc:sldMk cId="730326741" sldId="10174"/>
            <ac:spMk id="53" creationId="{D544CADD-4AA5-C226-7594-09BD11510918}"/>
          </ac:spMkLst>
        </pc:spChg>
        <pc:spChg chg="mod">
          <ac:chgData name="Fatou Kiné TOURE" userId="474f0742-dcfa-4381-a167-360bbb224589" providerId="ADAL" clId="{1F79BC5C-D5A5-41F1-828B-E8ECAA3B8300}" dt="2025-12-01T10:29:19.159" v="29" actId="20577"/>
          <ac:spMkLst>
            <pc:docMk/>
            <pc:sldMk cId="730326741" sldId="10174"/>
            <ac:spMk id="56" creationId="{88FC5D5C-3A64-902A-4784-15900A97D764}"/>
          </ac:spMkLst>
        </pc:spChg>
        <pc:grpChg chg="del">
          <ac:chgData name="Fatou Kiné TOURE" userId="474f0742-dcfa-4381-a167-360bbb224589" providerId="ADAL" clId="{1F79BC5C-D5A5-41F1-828B-E8ECAA3B8300}" dt="2025-12-10T10:00:00.265" v="1022" actId="478"/>
          <ac:grpSpMkLst>
            <pc:docMk/>
            <pc:sldMk cId="730326741" sldId="10174"/>
            <ac:grpSpMk id="51" creationId="{3A1D760C-87EF-D653-1FF7-E587B07A5E11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22.982" v="1028" actId="478"/>
        <pc:sldMkLst>
          <pc:docMk/>
          <pc:sldMk cId="3182258424" sldId="2147474447"/>
        </pc:sldMkLst>
        <pc:spChg chg="del topLvl">
          <ac:chgData name="Fatou Kiné TOURE" userId="474f0742-dcfa-4381-a167-360bbb224589" providerId="ADAL" clId="{1F79BC5C-D5A5-41F1-828B-E8ECAA3B8300}" dt="2025-12-10T10:00:22.982" v="1028" actId="478"/>
          <ac:spMkLst>
            <pc:docMk/>
            <pc:sldMk cId="3182258424" sldId="2147474447"/>
            <ac:spMk id="3" creationId="{41335188-D0CD-E075-455E-55BD18F926CB}"/>
          </ac:spMkLst>
        </pc:spChg>
        <pc:spChg chg="del mod topLvl">
          <ac:chgData name="Fatou Kiné TOURE" userId="474f0742-dcfa-4381-a167-360bbb224589" providerId="ADAL" clId="{1F79BC5C-D5A5-41F1-828B-E8ECAA3B8300}" dt="2025-12-10T10:00:20.314" v="1027" actId="478"/>
          <ac:spMkLst>
            <pc:docMk/>
            <pc:sldMk cId="3182258424" sldId="2147474447"/>
            <ac:spMk id="4" creationId="{F81A72A5-CE32-9FFF-EE5E-E9F9275EFDAD}"/>
          </ac:spMkLst>
        </pc:spChg>
        <pc:spChg chg="mod">
          <ac:chgData name="Fatou Kiné TOURE" userId="474f0742-dcfa-4381-a167-360bbb224589" providerId="ADAL" clId="{1F79BC5C-D5A5-41F1-828B-E8ECAA3B8300}" dt="2025-12-01T10:35:20.757" v="404" actId="20577"/>
          <ac:spMkLst>
            <pc:docMk/>
            <pc:sldMk cId="3182258424" sldId="2147474447"/>
            <ac:spMk id="30" creationId="{772A98CF-205A-5C03-3B2E-8C5AB2AB280F}"/>
          </ac:spMkLst>
        </pc:spChg>
        <pc:spChg chg="mod">
          <ac:chgData name="Fatou Kiné TOURE" userId="474f0742-dcfa-4381-a167-360bbb224589" providerId="ADAL" clId="{1F79BC5C-D5A5-41F1-828B-E8ECAA3B8300}" dt="2025-12-01T16:01:14.871" v="929" actId="20577"/>
          <ac:spMkLst>
            <pc:docMk/>
            <pc:sldMk cId="3182258424" sldId="2147474447"/>
            <ac:spMk id="43" creationId="{B47D6336-8DC7-9F27-9AB2-79EC5DC6D4E0}"/>
          </ac:spMkLst>
        </pc:spChg>
        <pc:spChg chg="mod">
          <ac:chgData name="Fatou Kiné TOURE" userId="474f0742-dcfa-4381-a167-360bbb224589" providerId="ADAL" clId="{1F79BC5C-D5A5-41F1-828B-E8ECAA3B8300}" dt="2025-12-01T15:04:36.765" v="877" actId="313"/>
          <ac:spMkLst>
            <pc:docMk/>
            <pc:sldMk cId="3182258424" sldId="2147474447"/>
            <ac:spMk id="48" creationId="{6ECD6E5A-6E94-8711-2F99-924EC784383A}"/>
          </ac:spMkLst>
        </pc:spChg>
        <pc:grpChg chg="del">
          <ac:chgData name="Fatou Kiné TOURE" userId="474f0742-dcfa-4381-a167-360bbb224589" providerId="ADAL" clId="{1F79BC5C-D5A5-41F1-828B-E8ECAA3B8300}" dt="2025-12-10T10:00:20.314" v="1027" actId="478"/>
          <ac:grpSpMkLst>
            <pc:docMk/>
            <pc:sldMk cId="3182258424" sldId="2147474447"/>
            <ac:grpSpMk id="2" creationId="{581B4BA1-9234-70AD-1539-2972C3970374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31.793" v="1030" actId="478"/>
        <pc:sldMkLst>
          <pc:docMk/>
          <pc:sldMk cId="1466547655" sldId="2147474449"/>
        </pc:sldMkLst>
        <pc:spChg chg="del topLvl">
          <ac:chgData name="Fatou Kiné TOURE" userId="474f0742-dcfa-4381-a167-360bbb224589" providerId="ADAL" clId="{1F79BC5C-D5A5-41F1-828B-E8ECAA3B8300}" dt="2025-12-10T10:00:31.793" v="1030" actId="478"/>
          <ac:spMkLst>
            <pc:docMk/>
            <pc:sldMk cId="1466547655" sldId="2147474449"/>
            <ac:spMk id="3" creationId="{F3FFF863-3BD1-DFB9-F27A-4EFFCF387124}"/>
          </ac:spMkLst>
        </pc:spChg>
        <pc:spChg chg="del topLvl">
          <ac:chgData name="Fatou Kiné TOURE" userId="474f0742-dcfa-4381-a167-360bbb224589" providerId="ADAL" clId="{1F79BC5C-D5A5-41F1-828B-E8ECAA3B8300}" dt="2025-12-10T10:00:29.034" v="1029" actId="478"/>
          <ac:spMkLst>
            <pc:docMk/>
            <pc:sldMk cId="1466547655" sldId="2147474449"/>
            <ac:spMk id="4" creationId="{D0096CAD-6D7C-C8EE-EDB6-57E01ABF8690}"/>
          </ac:spMkLst>
        </pc:spChg>
        <pc:spChg chg="mod">
          <ac:chgData name="Fatou Kiné TOURE" userId="474f0742-dcfa-4381-a167-360bbb224589" providerId="ADAL" clId="{1F79BC5C-D5A5-41F1-828B-E8ECAA3B8300}" dt="2025-12-01T13:04:53.171" v="572" actId="20577"/>
          <ac:spMkLst>
            <pc:docMk/>
            <pc:sldMk cId="1466547655" sldId="2147474449"/>
            <ac:spMk id="30" creationId="{8AE48AAA-8F13-92BC-890E-A0892D180615}"/>
          </ac:spMkLst>
        </pc:spChg>
        <pc:spChg chg="mod">
          <ac:chgData name="Fatou Kiné TOURE" userId="474f0742-dcfa-4381-a167-360bbb224589" providerId="ADAL" clId="{1F79BC5C-D5A5-41F1-828B-E8ECAA3B8300}" dt="2025-12-01T16:01:45.106" v="938" actId="20577"/>
          <ac:spMkLst>
            <pc:docMk/>
            <pc:sldMk cId="1466547655" sldId="2147474449"/>
            <ac:spMk id="43" creationId="{BC94C9C0-F1EB-D4F6-CF99-6D6686AD47D7}"/>
          </ac:spMkLst>
        </pc:spChg>
        <pc:spChg chg="mod">
          <ac:chgData name="Fatou Kiné TOURE" userId="474f0742-dcfa-4381-a167-360bbb224589" providerId="ADAL" clId="{1F79BC5C-D5A5-41F1-828B-E8ECAA3B8300}" dt="2025-12-01T15:04:47.754" v="881" actId="313"/>
          <ac:spMkLst>
            <pc:docMk/>
            <pc:sldMk cId="1466547655" sldId="2147474449"/>
            <ac:spMk id="48" creationId="{AE440F46-9DAC-2C29-7F63-1B2CD019CC66}"/>
          </ac:spMkLst>
        </pc:spChg>
        <pc:grpChg chg="del">
          <ac:chgData name="Fatou Kiné TOURE" userId="474f0742-dcfa-4381-a167-360bbb224589" providerId="ADAL" clId="{1F79BC5C-D5A5-41F1-828B-E8ECAA3B8300}" dt="2025-12-10T10:00:29.034" v="1029" actId="478"/>
          <ac:grpSpMkLst>
            <pc:docMk/>
            <pc:sldMk cId="1466547655" sldId="2147474449"/>
            <ac:grpSpMk id="2" creationId="{F9119E11-35C7-BE1D-A78D-BD6639CCDD96}"/>
          </ac:grpSpMkLst>
        </pc:grpChg>
      </pc:sldChg>
      <pc:sldChg chg="delSp modSp add del mod">
        <pc:chgData name="Fatou Kiné TOURE" userId="474f0742-dcfa-4381-a167-360bbb224589" providerId="ADAL" clId="{1F79BC5C-D5A5-41F1-828B-E8ECAA3B8300}" dt="2025-12-10T10:00:46.138" v="1031" actId="478"/>
        <pc:sldMkLst>
          <pc:docMk/>
          <pc:sldMk cId="2547434070" sldId="2147474450"/>
        </pc:sldMkLst>
        <pc:spChg chg="mod">
          <ac:chgData name="Fatou Kiné TOURE" userId="474f0742-dcfa-4381-a167-360bbb224589" providerId="ADAL" clId="{1F79BC5C-D5A5-41F1-828B-E8ECAA3B8300}" dt="2025-12-01T13:06:07.339" v="670" actId="20577"/>
          <ac:spMkLst>
            <pc:docMk/>
            <pc:sldMk cId="2547434070" sldId="2147474450"/>
            <ac:spMk id="30" creationId="{BF70A5D4-3433-6B46-44B1-A9A21FBB7714}"/>
          </ac:spMkLst>
        </pc:spChg>
        <pc:spChg chg="mod">
          <ac:chgData name="Fatou Kiné TOURE" userId="474f0742-dcfa-4381-a167-360bbb224589" providerId="ADAL" clId="{1F79BC5C-D5A5-41F1-828B-E8ECAA3B8300}" dt="2025-12-01T16:01:55.605" v="947" actId="20577"/>
          <ac:spMkLst>
            <pc:docMk/>
            <pc:sldMk cId="2547434070" sldId="2147474450"/>
            <ac:spMk id="43" creationId="{0F7E18FB-E53F-44FE-3EFC-CB7A0E85A33C}"/>
          </ac:spMkLst>
        </pc:spChg>
        <pc:spChg chg="mod">
          <ac:chgData name="Fatou Kiné TOURE" userId="474f0742-dcfa-4381-a167-360bbb224589" providerId="ADAL" clId="{1F79BC5C-D5A5-41F1-828B-E8ECAA3B8300}" dt="2025-12-01T15:05:05.134" v="885" actId="313"/>
          <ac:spMkLst>
            <pc:docMk/>
            <pc:sldMk cId="2547434070" sldId="2147474450"/>
            <ac:spMk id="48" creationId="{6D710068-7B9C-2001-F23B-E9DDEA7EF97E}"/>
          </ac:spMkLst>
        </pc:spChg>
        <pc:grpChg chg="del">
          <ac:chgData name="Fatou Kiné TOURE" userId="474f0742-dcfa-4381-a167-360bbb224589" providerId="ADAL" clId="{1F79BC5C-D5A5-41F1-828B-E8ECAA3B8300}" dt="2025-12-10T10:00:46.138" v="1031" actId="478"/>
          <ac:grpSpMkLst>
            <pc:docMk/>
            <pc:sldMk cId="2547434070" sldId="2147474450"/>
            <ac:grpSpMk id="2" creationId="{7C14E873-FE71-3A69-542B-0D740612D98D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51.476" v="1032" actId="478"/>
        <pc:sldMkLst>
          <pc:docMk/>
          <pc:sldMk cId="3839656829" sldId="2147474451"/>
        </pc:sldMkLst>
        <pc:spChg chg="mod">
          <ac:chgData name="Fatou Kiné TOURE" userId="474f0742-dcfa-4381-a167-360bbb224589" providerId="ADAL" clId="{1F79BC5C-D5A5-41F1-828B-E8ECAA3B8300}" dt="2025-12-01T15:03:37.019" v="865" actId="20577"/>
          <ac:spMkLst>
            <pc:docMk/>
            <pc:sldMk cId="3839656829" sldId="2147474451"/>
            <ac:spMk id="30" creationId="{B4546D7C-8D39-A3E5-34CD-301E23359DFF}"/>
          </ac:spMkLst>
        </pc:spChg>
        <pc:spChg chg="mod">
          <ac:chgData name="Fatou Kiné TOURE" userId="474f0742-dcfa-4381-a167-360bbb224589" providerId="ADAL" clId="{1F79BC5C-D5A5-41F1-828B-E8ECAA3B8300}" dt="2025-12-01T16:02:10.112" v="956" actId="20577"/>
          <ac:spMkLst>
            <pc:docMk/>
            <pc:sldMk cId="3839656829" sldId="2147474451"/>
            <ac:spMk id="43" creationId="{D0AED757-3193-FDC1-A6E4-76D20324CA87}"/>
          </ac:spMkLst>
        </pc:spChg>
        <pc:spChg chg="mod">
          <ac:chgData name="Fatou Kiné TOURE" userId="474f0742-dcfa-4381-a167-360bbb224589" providerId="ADAL" clId="{1F79BC5C-D5A5-41F1-828B-E8ECAA3B8300}" dt="2025-12-01T15:05:15.667" v="889" actId="313"/>
          <ac:spMkLst>
            <pc:docMk/>
            <pc:sldMk cId="3839656829" sldId="2147474451"/>
            <ac:spMk id="48" creationId="{C5963574-7C02-4DDD-C973-8E46BE75A40E}"/>
          </ac:spMkLst>
        </pc:spChg>
        <pc:grpChg chg="del">
          <ac:chgData name="Fatou Kiné TOURE" userId="474f0742-dcfa-4381-a167-360bbb224589" providerId="ADAL" clId="{1F79BC5C-D5A5-41F1-828B-E8ECAA3B8300}" dt="2025-12-10T10:00:51.476" v="1032" actId="478"/>
          <ac:grpSpMkLst>
            <pc:docMk/>
            <pc:sldMk cId="3839656829" sldId="2147474451"/>
            <ac:grpSpMk id="2" creationId="{C40174D0-3C38-2C82-AAD1-BC473E6F65D5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56.101" v="1033" actId="478"/>
        <pc:sldMkLst>
          <pc:docMk/>
          <pc:sldMk cId="1688693946" sldId="2147474468"/>
        </pc:sldMkLst>
        <pc:spChg chg="mod">
          <ac:chgData name="Fatou Kiné TOURE" userId="474f0742-dcfa-4381-a167-360bbb224589" providerId="ADAL" clId="{1F79BC5C-D5A5-41F1-828B-E8ECAA3B8300}" dt="2025-12-01T15:03:25.145" v="859" actId="20577"/>
          <ac:spMkLst>
            <pc:docMk/>
            <pc:sldMk cId="1688693946" sldId="2147474468"/>
            <ac:spMk id="30" creationId="{AD5E52E4-D46B-9C92-410F-231A5321EA31}"/>
          </ac:spMkLst>
        </pc:spChg>
        <pc:spChg chg="mod">
          <ac:chgData name="Fatou Kiné TOURE" userId="474f0742-dcfa-4381-a167-360bbb224589" providerId="ADAL" clId="{1F79BC5C-D5A5-41F1-828B-E8ECAA3B8300}" dt="2025-12-01T16:02:23.627" v="965" actId="20577"/>
          <ac:spMkLst>
            <pc:docMk/>
            <pc:sldMk cId="1688693946" sldId="2147474468"/>
            <ac:spMk id="43" creationId="{C3C8289D-A091-40CA-36E9-14C5BEA481EC}"/>
          </ac:spMkLst>
        </pc:spChg>
        <pc:spChg chg="mod">
          <ac:chgData name="Fatou Kiné TOURE" userId="474f0742-dcfa-4381-a167-360bbb224589" providerId="ADAL" clId="{1F79BC5C-D5A5-41F1-828B-E8ECAA3B8300}" dt="2025-12-01T15:05:26.252" v="893" actId="313"/>
          <ac:spMkLst>
            <pc:docMk/>
            <pc:sldMk cId="1688693946" sldId="2147474468"/>
            <ac:spMk id="48" creationId="{38AEFF35-D65D-AF2E-98DA-AC85AF4A87BC}"/>
          </ac:spMkLst>
        </pc:spChg>
        <pc:grpChg chg="del">
          <ac:chgData name="Fatou Kiné TOURE" userId="474f0742-dcfa-4381-a167-360bbb224589" providerId="ADAL" clId="{1F79BC5C-D5A5-41F1-828B-E8ECAA3B8300}" dt="2025-12-10T10:00:56.101" v="1033" actId="478"/>
          <ac:grpSpMkLst>
            <pc:docMk/>
            <pc:sldMk cId="1688693946" sldId="2147474468"/>
            <ac:grpSpMk id="2" creationId="{4BF226AB-EA42-35D5-0FA9-67554E99E8B6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04.821" v="1023" actId="478"/>
        <pc:sldMkLst>
          <pc:docMk/>
          <pc:sldMk cId="350313560" sldId="2147474547"/>
        </pc:sldMkLst>
        <pc:spChg chg="mod">
          <ac:chgData name="Fatou Kiné TOURE" userId="474f0742-dcfa-4381-a167-360bbb224589" providerId="ADAL" clId="{1F79BC5C-D5A5-41F1-828B-E8ECAA3B8300}" dt="2025-12-01T10:31:02.516" v="113" actId="20577"/>
          <ac:spMkLst>
            <pc:docMk/>
            <pc:sldMk cId="350313560" sldId="2147474547"/>
            <ac:spMk id="2" creationId="{7F8CB7BA-4321-7020-9FE2-13651DABF313}"/>
          </ac:spMkLst>
        </pc:spChg>
        <pc:spChg chg="mod">
          <ac:chgData name="Fatou Kiné TOURE" userId="474f0742-dcfa-4381-a167-360bbb224589" providerId="ADAL" clId="{1F79BC5C-D5A5-41F1-828B-E8ECAA3B8300}" dt="2025-12-01T10:31:05.986" v="114" actId="20577"/>
          <ac:spMkLst>
            <pc:docMk/>
            <pc:sldMk cId="350313560" sldId="2147474547"/>
            <ac:spMk id="26" creationId="{F345379E-231A-44AB-159D-12232D45DF57}"/>
          </ac:spMkLst>
        </pc:spChg>
        <pc:spChg chg="mod">
          <ac:chgData name="Fatou Kiné TOURE" userId="474f0742-dcfa-4381-a167-360bbb224589" providerId="ADAL" clId="{1F79BC5C-D5A5-41F1-828B-E8ECAA3B8300}" dt="2025-12-01T10:31:38.766" v="148" actId="20577"/>
          <ac:spMkLst>
            <pc:docMk/>
            <pc:sldMk cId="350313560" sldId="2147474547"/>
            <ac:spMk id="27" creationId="{4C68F49F-C9F7-DB6E-1906-D64778973C05}"/>
          </ac:spMkLst>
        </pc:spChg>
        <pc:spChg chg="mod">
          <ac:chgData name="Fatou Kiné TOURE" userId="474f0742-dcfa-4381-a167-360bbb224589" providerId="ADAL" clId="{1F79BC5C-D5A5-41F1-828B-E8ECAA3B8300}" dt="2025-12-01T16:00:51.312" v="911" actId="20577"/>
          <ac:spMkLst>
            <pc:docMk/>
            <pc:sldMk cId="350313560" sldId="2147474547"/>
            <ac:spMk id="41" creationId="{013D6BF1-8AD2-0719-B043-FF024F3CA4FF}"/>
          </ac:spMkLst>
        </pc:spChg>
        <pc:spChg chg="mod">
          <ac:chgData name="Fatou Kiné TOURE" userId="474f0742-dcfa-4381-a167-360bbb224589" providerId="ADAL" clId="{1F79BC5C-D5A5-41F1-828B-E8ECAA3B8300}" dt="2025-12-01T15:04:08.928" v="869" actId="313"/>
          <ac:spMkLst>
            <pc:docMk/>
            <pc:sldMk cId="350313560" sldId="2147474547"/>
            <ac:spMk id="45" creationId="{781FF4AA-C708-0DD3-3A9A-8A1398ADA3F3}"/>
          </ac:spMkLst>
        </pc:spChg>
        <pc:spChg chg="mod">
          <ac:chgData name="Fatou Kiné TOURE" userId="474f0742-dcfa-4381-a167-360bbb224589" providerId="ADAL" clId="{1F79BC5C-D5A5-41F1-828B-E8ECAA3B8300}" dt="2025-12-01T10:31:55.747" v="176" actId="20577"/>
          <ac:spMkLst>
            <pc:docMk/>
            <pc:sldMk cId="350313560" sldId="2147474547"/>
            <ac:spMk id="56" creationId="{B346BBD9-568D-4435-2BCD-4C4A2D8B9168}"/>
          </ac:spMkLst>
        </pc:spChg>
        <pc:grpChg chg="del">
          <ac:chgData name="Fatou Kiné TOURE" userId="474f0742-dcfa-4381-a167-360bbb224589" providerId="ADAL" clId="{1F79BC5C-D5A5-41F1-828B-E8ECAA3B8300}" dt="2025-12-10T10:00:04.821" v="1023" actId="478"/>
          <ac:grpSpMkLst>
            <pc:docMk/>
            <pc:sldMk cId="350313560" sldId="2147474547"/>
            <ac:grpSpMk id="51" creationId="{ACE717AF-D6B6-4B65-1DFF-9F9C538CEE45}"/>
          </ac:grpSpMkLst>
        </pc:grpChg>
      </pc:sldChg>
      <pc:sldChg chg="delSp modSp mod">
        <pc:chgData name="Fatou Kiné TOURE" userId="474f0742-dcfa-4381-a167-360bbb224589" providerId="ADAL" clId="{1F79BC5C-D5A5-41F1-828B-E8ECAA3B8300}" dt="2025-12-10T10:00:12.436" v="1025" actId="478"/>
        <pc:sldMkLst>
          <pc:docMk/>
          <pc:sldMk cId="28903642" sldId="2147474548"/>
        </pc:sldMkLst>
        <pc:spChg chg="mod">
          <ac:chgData name="Fatou Kiné TOURE" userId="474f0742-dcfa-4381-a167-360bbb224589" providerId="ADAL" clId="{1F79BC5C-D5A5-41F1-828B-E8ECAA3B8300}" dt="2025-12-01T10:34:14.706" v="337" actId="20577"/>
          <ac:spMkLst>
            <pc:docMk/>
            <pc:sldMk cId="28903642" sldId="2147474548"/>
            <ac:spMk id="4" creationId="{BD28F717-FAB5-E116-3F3B-CB37BDC6F32F}"/>
          </ac:spMkLst>
        </pc:spChg>
        <pc:spChg chg="mod">
          <ac:chgData name="Fatou Kiné TOURE" userId="474f0742-dcfa-4381-a167-360bbb224589" providerId="ADAL" clId="{1F79BC5C-D5A5-41F1-828B-E8ECAA3B8300}" dt="2025-12-01T10:34:11.513" v="336" actId="20577"/>
          <ac:spMkLst>
            <pc:docMk/>
            <pc:sldMk cId="28903642" sldId="2147474548"/>
            <ac:spMk id="26" creationId="{4B99D9EB-F299-722C-B924-A522F6D606E4}"/>
          </ac:spMkLst>
        </pc:spChg>
        <pc:spChg chg="mod">
          <ac:chgData name="Fatou Kiné TOURE" userId="474f0742-dcfa-4381-a167-360bbb224589" providerId="ADAL" clId="{1F79BC5C-D5A5-41F1-828B-E8ECAA3B8300}" dt="2025-12-01T10:34:47.482" v="371" actId="20577"/>
          <ac:spMkLst>
            <pc:docMk/>
            <pc:sldMk cId="28903642" sldId="2147474548"/>
            <ac:spMk id="27" creationId="{42ABA9D2-4F7B-B76D-1737-05AAAF81C68A}"/>
          </ac:spMkLst>
        </pc:spChg>
        <pc:spChg chg="mod">
          <ac:chgData name="Fatou Kiné TOURE" userId="474f0742-dcfa-4381-a167-360bbb224589" providerId="ADAL" clId="{1F79BC5C-D5A5-41F1-828B-E8ECAA3B8300}" dt="2025-12-01T16:01:03.886" v="920" actId="20577"/>
          <ac:spMkLst>
            <pc:docMk/>
            <pc:sldMk cId="28903642" sldId="2147474548"/>
            <ac:spMk id="41" creationId="{705A8910-CDF6-654D-379A-C82DD7511559}"/>
          </ac:spMkLst>
        </pc:spChg>
        <pc:spChg chg="mod">
          <ac:chgData name="Fatou Kiné TOURE" userId="474f0742-dcfa-4381-a167-360bbb224589" providerId="ADAL" clId="{1F79BC5C-D5A5-41F1-828B-E8ECAA3B8300}" dt="2025-12-01T15:04:25.422" v="873" actId="313"/>
          <ac:spMkLst>
            <pc:docMk/>
            <pc:sldMk cId="28903642" sldId="2147474548"/>
            <ac:spMk id="45" creationId="{578496D8-EE12-21C0-8D58-F0B6169B9DAF}"/>
          </ac:spMkLst>
        </pc:spChg>
        <pc:spChg chg="mod">
          <ac:chgData name="Fatou Kiné TOURE" userId="474f0742-dcfa-4381-a167-360bbb224589" providerId="ADAL" clId="{1F79BC5C-D5A5-41F1-828B-E8ECAA3B8300}" dt="2025-12-10T10:00:09.221" v="1024" actId="20577"/>
          <ac:spMkLst>
            <pc:docMk/>
            <pc:sldMk cId="28903642" sldId="2147474548"/>
            <ac:spMk id="53" creationId="{38BAC747-BC5E-B58F-FD5E-15C6E5DBDDE0}"/>
          </ac:spMkLst>
        </pc:spChg>
        <pc:spChg chg="mod">
          <ac:chgData name="Fatou Kiné TOURE" userId="474f0742-dcfa-4381-a167-360bbb224589" providerId="ADAL" clId="{1F79BC5C-D5A5-41F1-828B-E8ECAA3B8300}" dt="2025-12-01T10:34:05.504" v="335" actId="20577"/>
          <ac:spMkLst>
            <pc:docMk/>
            <pc:sldMk cId="28903642" sldId="2147474548"/>
            <ac:spMk id="56" creationId="{D3992882-C558-7315-CA8D-C2510FAFE2AB}"/>
          </ac:spMkLst>
        </pc:spChg>
        <pc:grpChg chg="del">
          <ac:chgData name="Fatou Kiné TOURE" userId="474f0742-dcfa-4381-a167-360bbb224589" providerId="ADAL" clId="{1F79BC5C-D5A5-41F1-828B-E8ECAA3B8300}" dt="2025-12-10T10:00:12.436" v="1025" actId="478"/>
          <ac:grpSpMkLst>
            <pc:docMk/>
            <pc:sldMk cId="28903642" sldId="2147474548"/>
            <ac:grpSpMk id="51" creationId="{ABDF4F6F-8D59-101C-4E44-21FB185541E5}"/>
          </ac:grpSpMkLst>
        </pc:grpChg>
      </pc:sldChg>
      <pc:sldMasterChg chg="delSp mod modSldLayout">
        <pc:chgData name="Fatou Kiné TOURE" userId="474f0742-dcfa-4381-a167-360bbb224589" providerId="ADAL" clId="{1F79BC5C-D5A5-41F1-828B-E8ECAA3B8300}" dt="2025-12-10T10:25:28.659" v="1035" actId="478"/>
        <pc:sldMasterMkLst>
          <pc:docMk/>
          <pc:sldMasterMk cId="2172565399" sldId="2147483661"/>
        </pc:sldMasterMkLst>
        <pc:spChg chg="del">
          <ac:chgData name="Fatou Kiné TOURE" userId="474f0742-dcfa-4381-a167-360bbb224589" providerId="ADAL" clId="{1F79BC5C-D5A5-41F1-828B-E8ECAA3B8300}" dt="2025-12-10T10:25:19.707" v="1034" actId="478"/>
          <ac:spMkLst>
            <pc:docMk/>
            <pc:sldMasterMk cId="2172565399" sldId="2147483661"/>
            <ac:spMk id="2" creationId="{D551EF50-A8BF-AB9F-A582-94A13095A369}"/>
          </ac:spMkLst>
        </pc:spChg>
        <pc:sldLayoutChg chg="delSp mod">
          <pc:chgData name="Fatou Kiné TOURE" userId="474f0742-dcfa-4381-a167-360bbb224589" providerId="ADAL" clId="{1F79BC5C-D5A5-41F1-828B-E8ECAA3B8300}" dt="2025-12-10T10:25:28.659" v="1035" actId="478"/>
          <pc:sldLayoutMkLst>
            <pc:docMk/>
            <pc:sldMasterMk cId="2172565399" sldId="2147483661"/>
            <pc:sldLayoutMk cId="152470355" sldId="2147483667"/>
          </pc:sldLayoutMkLst>
          <pc:spChg chg="del">
            <ac:chgData name="Fatou Kiné TOURE" userId="474f0742-dcfa-4381-a167-360bbb224589" providerId="ADAL" clId="{1F79BC5C-D5A5-41F1-828B-E8ECAA3B8300}" dt="2025-12-10T10:25:28.659" v="1035" actId="478"/>
            <ac:spMkLst>
              <pc:docMk/>
              <pc:sldMasterMk cId="2172565399" sldId="2147483661"/>
              <pc:sldLayoutMk cId="152470355" sldId="2147483667"/>
              <ac:spMk id="5" creationId="{27BBB68C-F91F-CD44-C9DB-ABEB5E3592C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57CDA-5165-4AE6-97D9-413469B126D5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23E4B-6766-4B10-A3E3-CC20DFD2DE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94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5203-7146-1BFA-470F-B9F11B0A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FE620B-097F-8935-222B-0C59E7FBF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7CDF99-C258-0A73-3388-135AA4DAC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3DA6A5-476F-3F60-6DB8-88453D9E4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714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AA7B-2ABB-0C6C-1C86-9079BA60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92859-E28C-0185-D473-4BA516185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299909-0214-38B0-A87A-5245BF607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789CDA-F6F2-F0DE-B5EB-A9FF31D61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86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05A6-06FD-720C-4D31-AEC250F6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D06F72-3975-AA9D-ADE1-938AC8198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20CC1C-2D79-62A0-0067-2A18E728A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FFEDF3-4E4B-44F9-F692-FE612604F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7173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87A0-EF40-D3A6-04E5-ECDC393C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3D4226-87A3-5EF0-2670-1A602CD41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DA26D7-E7DF-B8B7-BCA0-D98F72CB8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B6EB77-DFE2-97EA-E243-7A49924C5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857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3E50-05CA-75C7-B3C3-F081DC15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F63E58-A915-B553-9B48-A36CD57A5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362AE90-39C5-F94E-2F9F-B6E12D920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94191B-6ADE-BC7A-3BCC-3EEA37B61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860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7EB9-AA64-8695-30A5-B9794158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3E94F9-DB12-8F16-70A8-8F014FBD3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9F0351-D36A-9CD3-57C2-6040B22E1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C66F17-84CE-30AA-9DBA-7D986FAD9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629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002D-5990-2F7D-6B58-AA025BD2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657E2F-23E8-019A-3DD2-1F73C9DD7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BE6A598-1BB6-7DB6-B2B2-AC1AD9CEE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A61F1-B10C-48A1-A398-52100A060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853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3D61-D105-FB23-DEDC-ADF0E519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3B10D3-3310-56AA-CE4B-A113D9F3D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ABB9A9-3825-18C7-A1A7-07584CEE6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352B3D-DAB3-C74D-649E-53096EF8C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8929E-C352-7849-9DF7-6A0F55DB2C3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66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19667" y="6519351"/>
            <a:ext cx="222341" cy="186475"/>
          </a:xfrm>
          <a:prstGeom prst="rect">
            <a:avLst/>
          </a:prstGeom>
        </p:spPr>
        <p:txBody>
          <a:bodyPr/>
          <a:lstStyle/>
          <a:p>
            <a:fld id="{2B8EE54B-3F47-064B-A553-EA9C9EAD2777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itle 13"/>
          <p:cNvSpPr>
            <a:spLocks noGrp="1"/>
          </p:cNvSpPr>
          <p:nvPr>
            <p:ph type="title" hasCustomPrompt="1"/>
          </p:nvPr>
        </p:nvSpPr>
        <p:spPr>
          <a:xfrm>
            <a:off x="727103" y="467425"/>
            <a:ext cx="10696548" cy="945451"/>
          </a:xfrm>
          <a:prstGeom prst="rect">
            <a:avLst/>
          </a:prstGeom>
        </p:spPr>
        <p:txBody>
          <a:bodyPr vert="horz" lIns="0" rIns="0"/>
          <a:lstStyle>
            <a:lvl1pPr algn="l" rtl="0">
              <a:lnSpc>
                <a:spcPts val="3400"/>
              </a:lnSpc>
              <a:defRPr sz="3000" b="1">
                <a:solidFill>
                  <a:srgbClr val="4F2D7F"/>
                </a:solidFill>
                <a:latin typeface="+mn-lt"/>
              </a:defRPr>
            </a:lvl1pPr>
          </a:lstStyle>
          <a:p>
            <a:pPr rtl="0">
              <a:lnSpc>
                <a:spcPts val="3400"/>
              </a:lnSpc>
            </a:pPr>
            <a:r>
              <a:rPr lang="en-US"/>
              <a:t>Click here to add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19668" y="2041889"/>
            <a:ext cx="10703984" cy="4231911"/>
          </a:xfrm>
          <a:prstGeom prst="rect">
            <a:avLst/>
          </a:prstGeom>
        </p:spPr>
        <p:txBody>
          <a:bodyPr vert="horz" lIns="0"/>
          <a:lstStyle>
            <a:lvl1pPr marL="342900" indent="-342900">
              <a:buClr>
                <a:srgbClr val="4F2D7F"/>
              </a:buClr>
              <a:buFont typeface="Arial"/>
              <a:buChar char="•"/>
              <a:defRPr sz="2400"/>
            </a:lvl1pPr>
            <a:lvl2pPr marL="717550" indent="-342900">
              <a:buClr>
                <a:srgbClr val="4F2D7F"/>
              </a:buClr>
              <a:buFont typeface="Arial" panose="020B0604020202020204" pitchFamily="34" charset="0"/>
              <a:buChar char="–"/>
              <a:defRPr sz="2200"/>
            </a:lvl2pPr>
            <a:lvl3pPr marL="717550" indent="0">
              <a:buClrTx/>
              <a:buFont typeface="Arial" panose="020B0604020202020204" pitchFamily="34" charset="0"/>
              <a:buNone/>
              <a:defRPr sz="2000"/>
            </a:lvl3pPr>
            <a:lvl4pPr marL="1343025" indent="-266700">
              <a:buFont typeface="+mj-lt"/>
              <a:buAutoNum type="alphaLcPeriod"/>
              <a:defRPr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2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19667" y="6519351"/>
            <a:ext cx="222341" cy="186475"/>
          </a:xfrm>
          <a:prstGeom prst="rect">
            <a:avLst/>
          </a:prstGeom>
        </p:spPr>
        <p:txBody>
          <a:bodyPr/>
          <a:lstStyle/>
          <a:p>
            <a:fld id="{2B8EE54B-3F47-064B-A553-EA9C9EAD2777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itle 13"/>
          <p:cNvSpPr>
            <a:spLocks noGrp="1"/>
          </p:cNvSpPr>
          <p:nvPr>
            <p:ph type="title" hasCustomPrompt="1"/>
          </p:nvPr>
        </p:nvSpPr>
        <p:spPr>
          <a:xfrm>
            <a:off x="727103" y="472687"/>
            <a:ext cx="10696548" cy="940188"/>
          </a:xfrm>
          <a:prstGeom prst="rect">
            <a:avLst/>
          </a:prstGeom>
        </p:spPr>
        <p:txBody>
          <a:bodyPr vert="horz" lIns="0" rIns="0"/>
          <a:lstStyle>
            <a:lvl1pPr algn="l" rtl="0">
              <a:lnSpc>
                <a:spcPts val="3400"/>
              </a:lnSpc>
              <a:defRPr sz="3000" b="1">
                <a:solidFill>
                  <a:srgbClr val="4F2D7F"/>
                </a:solidFill>
                <a:latin typeface="+mn-lt"/>
              </a:defRPr>
            </a:lvl1pPr>
          </a:lstStyle>
          <a:p>
            <a:pPr rtl="0">
              <a:lnSpc>
                <a:spcPts val="3400"/>
              </a:lnSpc>
            </a:pPr>
            <a:r>
              <a:rPr lang="en-US"/>
              <a:t>Click here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7359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191252" y="2060577"/>
            <a:ext cx="5232401" cy="3600450"/>
          </a:xfrm>
          <a:prstGeom prst="rect">
            <a:avLst/>
          </a:prstGeom>
          <a:solidFill>
            <a:srgbClr val="946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191253" y="2060576"/>
            <a:ext cx="5232399" cy="3600449"/>
          </a:xfrm>
          <a:prstGeom prst="rect">
            <a:avLst/>
          </a:prstGeom>
          <a:noFill/>
        </p:spPr>
        <p:txBody>
          <a:bodyPr vert="horz" lIns="180000" tIns="655200" rIns="180000" bIns="655200" anchor="ctr" anchorCtr="0"/>
          <a:lstStyle>
            <a:lvl1pPr marL="0" indent="0" algn="ctr">
              <a:lnSpc>
                <a:spcPts val="1900"/>
              </a:lnSpc>
              <a:spcBef>
                <a:spcPts val="0"/>
              </a:spcBef>
              <a:buClr>
                <a:srgbClr val="FF7D1E"/>
              </a:buClr>
              <a:buSzPct val="78000"/>
              <a:buFont typeface="Arial"/>
              <a:buNone/>
              <a:defRPr sz="1800" b="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here to add pull quote – </a:t>
            </a:r>
            <a:br>
              <a:rPr lang="en-US"/>
            </a:br>
            <a:r>
              <a:rPr lang="en-US"/>
              <a:t>If need to shift speech marks</a:t>
            </a:r>
            <a:br>
              <a:rPr lang="en-US"/>
            </a:br>
            <a:r>
              <a:rPr lang="en-US"/>
              <a:t>edit on Master page  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19666" y="2060576"/>
            <a:ext cx="5281085" cy="3600450"/>
          </a:xfrm>
          <a:prstGeom prst="rect">
            <a:avLst/>
          </a:prstGeom>
        </p:spPr>
        <p:txBody>
          <a:bodyPr tIns="720000"/>
          <a:lstStyle>
            <a:lvl1pPr marL="0" indent="0">
              <a:buNone/>
              <a:defRPr sz="1200" baseline="0">
                <a:solidFill>
                  <a:srgbClr val="00A7B5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insert picture</a:t>
            </a: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19665" y="472686"/>
            <a:ext cx="10703987" cy="940190"/>
          </a:xfrm>
          <a:prstGeom prst="rect">
            <a:avLst/>
          </a:prstGeom>
        </p:spPr>
        <p:txBody>
          <a:bodyPr vert="horz" lIns="0" rIns="0" bIns="0"/>
          <a:lstStyle>
            <a:lvl1pPr algn="l" rtl="0">
              <a:lnSpc>
                <a:spcPts val="3400"/>
              </a:lnSpc>
              <a:defRPr sz="3000" b="1">
                <a:solidFill>
                  <a:srgbClr val="4F2D7F"/>
                </a:solidFill>
                <a:latin typeface="+mn-lt"/>
              </a:defRPr>
            </a:lvl1pPr>
          </a:lstStyle>
          <a:p>
            <a:pPr rtl="0">
              <a:lnSpc>
                <a:spcPts val="3400"/>
              </a:lnSpc>
            </a:pPr>
            <a:r>
              <a:rPr lang="en-US"/>
              <a:t>Click here to add title</a:t>
            </a:r>
          </a:p>
        </p:txBody>
      </p:sp>
      <p:sp>
        <p:nvSpPr>
          <p:cNvPr id="10" name="Slide Number Placeholder 2"/>
          <p:cNvSpPr txBox="1">
            <a:spLocks/>
          </p:cNvSpPr>
          <p:nvPr userDrawn="1"/>
        </p:nvSpPr>
        <p:spPr>
          <a:xfrm>
            <a:off x="723476" y="6519351"/>
            <a:ext cx="222341" cy="276305"/>
          </a:xfrm>
          <a:prstGeom prst="rect">
            <a:avLst/>
          </a:prstGeom>
        </p:spPr>
        <p:txBody>
          <a:bodyPr lIns="0" rIns="0"/>
          <a:lstStyle>
            <a:defPPr>
              <a:defRPr lang="en-US"/>
            </a:defPPr>
            <a:lvl1pPr marL="0" algn="l" defTabSz="457200" rtl="0" eaLnBrk="1" latinLnBrk="0" hangingPunct="1">
              <a:defRPr sz="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8EE54B-3F47-064B-A553-EA9C9EAD2777}" type="slidenum">
              <a:rPr lang="en-US" sz="700" smtClean="0"/>
              <a:pPr/>
              <a:t>‹N°›</a:t>
            </a:fld>
            <a:endParaRPr lang="en-US" sz="7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2753" y="2253344"/>
            <a:ext cx="477268" cy="266774"/>
          </a:xfrm>
          <a:prstGeom prst="rect">
            <a:avLst/>
          </a:prstGeom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8572753" y="5181356"/>
            <a:ext cx="477268" cy="2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48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8">
          <p15:clr>
            <a:srgbClr val="FBAE40"/>
          </p15:clr>
        </p15:guide>
        <p15:guide id="2" orient="horz" pos="35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m Grey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19667" y="6519351"/>
            <a:ext cx="222341" cy="186475"/>
          </a:xfrm>
          <a:prstGeom prst="rect">
            <a:avLst/>
          </a:prstGeom>
        </p:spPr>
        <p:txBody>
          <a:bodyPr/>
          <a:lstStyle/>
          <a:p>
            <a:fld id="{2B8EE54B-3F47-064B-A553-EA9C9EAD2777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1"/>
            <a:ext cx="12192000" cy="6273800"/>
          </a:xfrm>
          <a:prstGeom prst="rect">
            <a:avLst/>
          </a:prstGeom>
          <a:solidFill>
            <a:srgbClr val="DE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25426"/>
            <a:ext cx="12192000" cy="6048375"/>
          </a:xfrm>
          <a:prstGeom prst="rect">
            <a:avLst/>
          </a:prstGeom>
          <a:noFill/>
        </p:spPr>
        <p:txBody>
          <a:bodyPr vert="horz" lIns="180000" tIns="655200" rIns="180000" bIns="655200" anchor="ctr" anchorCtr="0"/>
          <a:lstStyle>
            <a:lvl1pPr marL="0" indent="0" algn="ctr">
              <a:lnSpc>
                <a:spcPts val="2700"/>
              </a:lnSpc>
              <a:spcBef>
                <a:spcPts val="0"/>
              </a:spcBef>
              <a:buClr>
                <a:srgbClr val="FF7D1E"/>
              </a:buClr>
              <a:buSzPct val="78000"/>
              <a:buFont typeface="Arial"/>
              <a:buNone/>
              <a:defRPr sz="2400" b="0" baseline="0">
                <a:solidFill>
                  <a:srgbClr val="4F2D7F"/>
                </a:solidFill>
              </a:defRPr>
            </a:lvl1pPr>
          </a:lstStyle>
          <a:p>
            <a:pPr lvl="0"/>
            <a:r>
              <a:rPr lang="en-US"/>
              <a:t>Click here to add pull quote</a:t>
            </a:r>
          </a:p>
        </p:txBody>
      </p:sp>
    </p:spTree>
    <p:extLst>
      <p:ext uri="{BB962C8B-B14F-4D97-AF65-F5344CB8AC3E}">
        <p14:creationId xmlns:p14="http://schemas.microsoft.com/office/powerpoint/2010/main" val="1358996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5" y="260648"/>
            <a:ext cx="11231033" cy="79208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fr-FR"/>
              <a:t>Modifiez le style du titre</a:t>
            </a:r>
            <a:br>
              <a:rPr lang="fr-FR"/>
            </a:b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480485" y="692374"/>
            <a:ext cx="11231033" cy="360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37570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3B4A3E-2BA2-85B1-E01C-5F302A3DD51D}"/>
              </a:ext>
            </a:extLst>
          </p:cNvPr>
          <p:cNvSpPr/>
          <p:nvPr userDrawn="1"/>
        </p:nvSpPr>
        <p:spPr>
          <a:xfrm>
            <a:off x="0" y="5862320"/>
            <a:ext cx="182880" cy="995680"/>
          </a:xfrm>
          <a:prstGeom prst="rect">
            <a:avLst/>
          </a:prstGeom>
          <a:solidFill>
            <a:srgbClr val="7030A0"/>
          </a:solidFill>
          <a:ln w="25400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5DE608-D97B-B6A3-E4F1-77CCFD39BF22}"/>
              </a:ext>
            </a:extLst>
          </p:cNvPr>
          <p:cNvSpPr txBox="1"/>
          <p:nvPr userDrawn="1"/>
        </p:nvSpPr>
        <p:spPr>
          <a:xfrm>
            <a:off x="256239" y="6490718"/>
            <a:ext cx="31373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82292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S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Copyright © GT Technologies 2025. </a:t>
            </a:r>
            <a:r>
              <a:rPr kumimoji="0" lang="fr-SN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Tous droits réservés </a:t>
            </a:r>
          </a:p>
        </p:txBody>
      </p:sp>
    </p:spTree>
    <p:extLst>
      <p:ext uri="{BB962C8B-B14F-4D97-AF65-F5344CB8AC3E}">
        <p14:creationId xmlns:p14="http://schemas.microsoft.com/office/powerpoint/2010/main" val="1524703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1949B0-67B3-72AD-ACF3-3B90B4458DBE}"/>
              </a:ext>
            </a:extLst>
          </p:cNvPr>
          <p:cNvSpPr/>
          <p:nvPr userDrawn="1"/>
        </p:nvSpPr>
        <p:spPr>
          <a:xfrm>
            <a:off x="0" y="5862320"/>
            <a:ext cx="182880" cy="995680"/>
          </a:xfrm>
          <a:prstGeom prst="rect">
            <a:avLst/>
          </a:prstGeom>
          <a:solidFill>
            <a:srgbClr val="7030A0"/>
          </a:solidFill>
          <a:ln w="25400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1E4F5F-B8E3-0B27-698C-B28ABEA2D2DB}"/>
              </a:ext>
            </a:extLst>
          </p:cNvPr>
          <p:cNvSpPr txBox="1"/>
          <p:nvPr userDrawn="1"/>
        </p:nvSpPr>
        <p:spPr>
          <a:xfrm>
            <a:off x="256239" y="6490718"/>
            <a:ext cx="31373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22927"/>
            <a:r>
              <a:rPr lang="fr-SN" sz="1000" b="1">
                <a:solidFill>
                  <a:prstClr val="black"/>
                </a:solidFill>
                <a:latin typeface="Calibri"/>
              </a:rPr>
              <a:t>Copyright © GT Technologies 2025. </a:t>
            </a:r>
            <a:r>
              <a:rPr lang="fr-SN" sz="1000">
                <a:solidFill>
                  <a:prstClr val="black"/>
                </a:solidFill>
                <a:latin typeface="Calibri"/>
              </a:rPr>
              <a:t>Tous droits réservés </a:t>
            </a:r>
          </a:p>
        </p:txBody>
      </p:sp>
      <p:sp>
        <p:nvSpPr>
          <p:cNvPr id="6" name="Espace réservé du numéro de diapositive 17">
            <a:extLst>
              <a:ext uri="{FF2B5EF4-FFF2-40B4-BE49-F238E27FC236}">
                <a16:creationId xmlns:a16="http://schemas.microsoft.com/office/drawing/2014/main" id="{CBB1E057-76C3-BF48-22BD-8521C0B541BC}"/>
              </a:ext>
            </a:extLst>
          </p:cNvPr>
          <p:cNvSpPr txBox="1">
            <a:spLocks/>
          </p:cNvSpPr>
          <p:nvPr userDrawn="1"/>
        </p:nvSpPr>
        <p:spPr>
          <a:xfrm>
            <a:off x="11468180" y="6428722"/>
            <a:ext cx="589684" cy="3430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fr-FR" sz="1200" b="1" smtClean="0">
                <a:solidFill>
                  <a:srgbClr val="4F2D7F"/>
                </a:solidFill>
                <a:latin typeface="Calibri"/>
              </a:rPr>
              <a:pPr/>
              <a:t>‹N°›</a:t>
            </a:fld>
            <a:endParaRPr lang="fr-FR" sz="1200" b="1">
              <a:solidFill>
                <a:srgbClr val="4F2D7F"/>
              </a:solidFill>
              <a:latin typeface="Calibri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C6BAA49-3B69-D85D-B007-09E200ABC7A9}"/>
              </a:ext>
            </a:extLst>
          </p:cNvPr>
          <p:cNvSpPr/>
          <p:nvPr userDrawn="1"/>
        </p:nvSpPr>
        <p:spPr>
          <a:xfrm>
            <a:off x="11382605" y="6393907"/>
            <a:ext cx="436862" cy="381372"/>
          </a:xfrm>
          <a:prstGeom prst="roundRect">
            <a:avLst/>
          </a:prstGeom>
          <a:noFill/>
          <a:ln w="25400" cap="flat" cmpd="sng" algn="ctr">
            <a:solidFill>
              <a:srgbClr val="4F2D7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56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453">
          <p15:clr>
            <a:srgbClr val="F26B43"/>
          </p15:clr>
        </p15:guide>
        <p15:guide id="3" pos="937">
          <p15:clr>
            <a:srgbClr val="F26B43"/>
          </p15:clr>
        </p15:guide>
        <p15:guide id="4" pos="1057">
          <p15:clr>
            <a:srgbClr val="F26B43"/>
          </p15:clr>
        </p15:guide>
        <p15:guide id="5" pos="1481">
          <p15:clr>
            <a:srgbClr val="F26B43"/>
          </p15:clr>
        </p15:guide>
        <p15:guide id="6" pos="1603">
          <p15:clr>
            <a:srgbClr val="F26B43"/>
          </p15:clr>
        </p15:guide>
        <p15:guide id="7" pos="2056">
          <p15:clr>
            <a:srgbClr val="F26B43"/>
          </p15:clr>
        </p15:guide>
        <p15:guide id="8" pos="2177">
          <p15:clr>
            <a:srgbClr val="F26B43"/>
          </p15:clr>
        </p15:guide>
        <p15:guide id="9" pos="2631">
          <p15:clr>
            <a:srgbClr val="F26B43"/>
          </p15:clr>
        </p15:guide>
        <p15:guide id="10" pos="2752">
          <p15:clr>
            <a:srgbClr val="F26B43"/>
          </p15:clr>
        </p15:guide>
        <p15:guide id="11" pos="3205">
          <p15:clr>
            <a:srgbClr val="F26B43"/>
          </p15:clr>
        </p15:guide>
        <p15:guide id="12" pos="3325">
          <p15:clr>
            <a:srgbClr val="F26B43"/>
          </p15:clr>
        </p15:guide>
        <p15:guide id="13" pos="3780">
          <p15:clr>
            <a:srgbClr val="F26B43"/>
          </p15:clr>
        </p15:guide>
        <p15:guide id="14" pos="6743">
          <p15:clr>
            <a:srgbClr val="F26B43"/>
          </p15:clr>
        </p15:guide>
        <p15:guide id="15" pos="5624">
          <p15:clr>
            <a:srgbClr val="F26B43"/>
          </p15:clr>
        </p15:guide>
        <p15:guide id="16" pos="6623">
          <p15:clr>
            <a:srgbClr val="F26B43"/>
          </p15:clr>
        </p15:guide>
        <p15:guide id="17" pos="7196">
          <p15:clr>
            <a:srgbClr val="F26B43"/>
          </p15:clr>
        </p15:guide>
        <p15:guide id="18" pos="4475">
          <p15:clr>
            <a:srgbClr val="F26B43"/>
          </p15:clr>
        </p15:guide>
        <p15:guide id="19" pos="4899">
          <p15:clr>
            <a:srgbClr val="F26B43"/>
          </p15:clr>
        </p15:guide>
        <p15:guide id="20" pos="5049">
          <p15:clr>
            <a:srgbClr val="F26B43"/>
          </p15:clr>
        </p15:guide>
        <p15:guide id="21" pos="5473">
          <p15:clr>
            <a:srgbClr val="F26B43"/>
          </p15:clr>
        </p15:guide>
        <p15:guide id="22" pos="6048">
          <p15:clr>
            <a:srgbClr val="F26B43"/>
          </p15:clr>
        </p15:guide>
        <p15:guide id="23" pos="6168">
          <p15:clr>
            <a:srgbClr val="F26B43"/>
          </p15:clr>
        </p15:guide>
        <p15:guide id="24" pos="4355">
          <p15:clr>
            <a:srgbClr val="F26B43"/>
          </p15:clr>
        </p15:guide>
        <p15:guide id="25" pos="3900">
          <p15:clr>
            <a:srgbClr val="F26B43"/>
          </p15:clr>
        </p15:guide>
        <p15:guide id="26" orient="horz" pos="890">
          <p15:clr>
            <a:srgbClr val="F26B43"/>
          </p15:clr>
        </p15:guide>
        <p15:guide id="27" orient="horz" pos="981">
          <p15:clr>
            <a:srgbClr val="F26B43"/>
          </p15:clr>
        </p15:guide>
        <p15:guide id="28" orient="horz" pos="1593">
          <p15:clr>
            <a:srgbClr val="F26B43"/>
          </p15:clr>
        </p15:guide>
        <p15:guide id="29" orient="horz" pos="1502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3430">
          <p15:clr>
            <a:srgbClr val="F26B43"/>
          </p15:clr>
        </p15:guide>
        <p15:guide id="33" orient="horz" pos="2727">
          <p15:clr>
            <a:srgbClr val="F26B43"/>
          </p15:clr>
        </p15:guide>
        <p15:guide id="34" orient="horz" pos="3952">
          <p15:clr>
            <a:srgbClr val="F26B43"/>
          </p15:clr>
        </p15:guide>
        <p15:guide id="35" orient="horz" pos="3339">
          <p15:clr>
            <a:srgbClr val="F26B43"/>
          </p15:clr>
        </p15:guide>
        <p15:guide id="36" orient="horz" pos="2818">
          <p15:clr>
            <a:srgbClr val="F26B43"/>
          </p15:clr>
        </p15:guide>
        <p15:guide id="37" orient="horz" pos="220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0444-4F02-CC70-AD08-28A8C007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9B2A74BF-A8ED-2033-CF4E-E50CDB1677D7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6064097B-D001-4562-6A15-38918D55899C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D7F55177-92E4-CF4D-5C29-3C795C815B22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D37093B7-DC24-F9F0-4A72-E5A717B08DF7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7E6C4DD0-840D-9996-FA9D-E3767FB2B4AF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3CF2932A-61A7-0CFC-563C-9102F3FCDA7E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4C1982BD-E031-B0D8-2DD7-6BBD5BFD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861241A4-F83E-1C89-3C29-DC2671F7F5FC}"/>
              </a:ext>
            </a:extLst>
          </p:cNvPr>
          <p:cNvSpPr txBox="1"/>
          <p:nvPr/>
        </p:nvSpPr>
        <p:spPr>
          <a:xfrm>
            <a:off x="2632811" y="972108"/>
            <a:ext cx="23774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PROFIL</a:t>
            </a:r>
          </a:p>
        </p:txBody>
      </p: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98A5ACAC-4F05-44C1-4EB4-1574CEF651C5}"/>
              </a:ext>
            </a:extLst>
          </p:cNvPr>
          <p:cNvCxnSpPr>
            <a:cxnSpLocks/>
          </p:cNvCxnSpPr>
          <p:nvPr/>
        </p:nvCxnSpPr>
        <p:spPr>
          <a:xfrm>
            <a:off x="2575560" y="1283249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">
            <a:extLst>
              <a:ext uri="{FF2B5EF4-FFF2-40B4-BE49-F238E27FC236}">
                <a16:creationId xmlns:a16="http://schemas.microsoft.com/office/drawing/2014/main" id="{49682139-E033-B570-2BEB-E5F11ED28E55}"/>
              </a:ext>
            </a:extLst>
          </p:cNvPr>
          <p:cNvSpPr txBox="1"/>
          <p:nvPr/>
        </p:nvSpPr>
        <p:spPr>
          <a:xfrm>
            <a:off x="2589328" y="3028295"/>
            <a:ext cx="4586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EXPERIENCES PERTINENTES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4E731D55-109F-A927-BB4B-D0284C3585CA}"/>
              </a:ext>
            </a:extLst>
          </p:cNvPr>
          <p:cNvSpPr txBox="1"/>
          <p:nvPr/>
        </p:nvSpPr>
        <p:spPr>
          <a:xfrm>
            <a:off x="7769817" y="1006250"/>
            <a:ext cx="35306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REFERENCES PERTINENTES</a:t>
            </a: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E4A8B4D9-AE55-C75F-366D-5B08A7FC988C}"/>
              </a:ext>
            </a:extLst>
          </p:cNvPr>
          <p:cNvCxnSpPr>
            <a:cxnSpLocks/>
          </p:cNvCxnSpPr>
          <p:nvPr/>
        </p:nvCxnSpPr>
        <p:spPr>
          <a:xfrm>
            <a:off x="7769817" y="1283249"/>
            <a:ext cx="4259623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>
            <a:extLst>
              <a:ext uri="{FF2B5EF4-FFF2-40B4-BE49-F238E27FC236}">
                <a16:creationId xmlns:a16="http://schemas.microsoft.com/office/drawing/2014/main" id="{47124749-E7E0-C122-AD4D-7E6B91C93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437" y="1341130"/>
            <a:ext cx="5055612" cy="17046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6912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7A4"/>
              </a:buClr>
              <a:buSzPct val="50000"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3AA19FFA-13C3-12E2-CAE0-99464EC4FDEE}"/>
              </a:ext>
            </a:extLst>
          </p:cNvPr>
          <p:cNvSpPr txBox="1">
            <a:spLocks/>
          </p:cNvSpPr>
          <p:nvPr/>
        </p:nvSpPr>
        <p:spPr>
          <a:xfrm>
            <a:off x="2586664" y="3429000"/>
            <a:ext cx="5019270" cy="274840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>
              <a:lnSpc>
                <a:spcPts val="1300"/>
              </a:lnSpc>
              <a:defRPr sz="10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 PERTINENTES:</a:t>
            </a: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Diplômes :</a:t>
            </a: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CA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EEB11902-5123-B663-FCFB-1396D4311DDC}"/>
              </a:ext>
            </a:extLst>
          </p:cNvPr>
          <p:cNvSpPr txBox="1">
            <a:spLocks/>
          </p:cNvSpPr>
          <p:nvPr/>
        </p:nvSpPr>
        <p:spPr>
          <a:xfrm>
            <a:off x="8417560" y="1537312"/>
            <a:ext cx="3530600" cy="4147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marR="0" lvl="1" indent="-171446" algn="l" defTabSz="132072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694121E1-18B5-1601-B2D7-06DC5CA4C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07" y="1363515"/>
            <a:ext cx="4259623" cy="499885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92073" marR="0" lvl="0" indent="0" algn="just" defTabSz="121911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07A68E41-F462-A225-714D-311DC58024A6}"/>
              </a:ext>
            </a:extLst>
          </p:cNvPr>
          <p:cNvCxnSpPr>
            <a:cxnSpLocks/>
          </p:cNvCxnSpPr>
          <p:nvPr/>
        </p:nvCxnSpPr>
        <p:spPr>
          <a:xfrm>
            <a:off x="2574608" y="3315301"/>
            <a:ext cx="501926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18E89FF5-E482-6FE7-38EB-C2780426A299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BC4D6F0C-0EF9-6DE6-D7FD-5E48945D7A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AED81B3F-0A10-9BC7-8B3F-1ED534BD2CEA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35" name="Image 3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A9157A7E-8109-5AF3-1E5A-9AED4776E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36" name="Flowchart: Process 10">
            <a:extLst>
              <a:ext uri="{FF2B5EF4-FFF2-40B4-BE49-F238E27FC236}">
                <a16:creationId xmlns:a16="http://schemas.microsoft.com/office/drawing/2014/main" id="{E6C0B1AB-8A88-2A0E-EE3E-6396E9FE8D1B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5BF827-3CFA-1655-DCEB-475F04A1F253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5E4ABD-A654-6F30-63DC-E169C5D36266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Flowchart: Connector 22">
            <a:extLst>
              <a:ext uri="{FF2B5EF4-FFF2-40B4-BE49-F238E27FC236}">
                <a16:creationId xmlns:a16="http://schemas.microsoft.com/office/drawing/2014/main" id="{42FA8ED9-F176-30C5-5D22-02CEE10A44BB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" name="Graphic 26" descr="Envelope">
            <a:extLst>
              <a:ext uri="{FF2B5EF4-FFF2-40B4-BE49-F238E27FC236}">
                <a16:creationId xmlns:a16="http://schemas.microsoft.com/office/drawing/2014/main" id="{2EABB93B-2ACA-C62E-51F3-CF0E3E842A0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1213439-59CC-A888-589D-EC5689DA6B1C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NOM:</a:t>
            </a: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Poste:</a:t>
            </a: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E827E634-1DAC-AA4A-3CD9-AE25F33E7219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marR="0" lvl="0" indent="-114297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DOMAINE EXPERIENCE: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4498F90E-137B-C703-2152-602354339244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88FC5D5C-3A64-902A-4784-15900A97D764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6DD049E-76C1-87E1-98EA-B797195922B8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54B6FB-612D-C1D2-D3C8-7353E20FAEC3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73032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ED6F-B9E8-5D7C-1DFC-5087771E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839EB95-207B-3B03-BD22-965AAF40F1D6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78BECD9-192E-060B-3894-F5B4D8D37115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CC5E6B1A-6226-4866-355B-D6046CCADF06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EDB1FAD5-0957-F893-E8A5-4D1CD8D647CC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1EED30D7-C975-99C5-58D6-17FCD3B1755D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73794D08-C1DD-E3BA-4D73-4ABDD73FEF05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6046D9D0-3F02-0C05-E7B8-6C4D324BA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CC4E4961-64E7-EDD2-A296-4FBD512DD8F7}"/>
              </a:ext>
            </a:extLst>
          </p:cNvPr>
          <p:cNvSpPr txBox="1"/>
          <p:nvPr/>
        </p:nvSpPr>
        <p:spPr>
          <a:xfrm>
            <a:off x="2632811" y="972108"/>
            <a:ext cx="23774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PROFIL</a:t>
            </a:r>
          </a:p>
        </p:txBody>
      </p: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E45326CB-3DCF-2CEA-7877-715CBCD4970D}"/>
              </a:ext>
            </a:extLst>
          </p:cNvPr>
          <p:cNvCxnSpPr>
            <a:cxnSpLocks/>
          </p:cNvCxnSpPr>
          <p:nvPr/>
        </p:nvCxnSpPr>
        <p:spPr>
          <a:xfrm>
            <a:off x="2575560" y="1283249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">
            <a:extLst>
              <a:ext uri="{FF2B5EF4-FFF2-40B4-BE49-F238E27FC236}">
                <a16:creationId xmlns:a16="http://schemas.microsoft.com/office/drawing/2014/main" id="{91A4EE13-7D7D-D59E-6D1E-79A06D739BA4}"/>
              </a:ext>
            </a:extLst>
          </p:cNvPr>
          <p:cNvSpPr txBox="1"/>
          <p:nvPr/>
        </p:nvSpPr>
        <p:spPr>
          <a:xfrm>
            <a:off x="2589328" y="3028295"/>
            <a:ext cx="4586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EXPERIENCES PERTINENTES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0CAB07C-53FE-3C8B-F5C8-A16E121C2B77}"/>
              </a:ext>
            </a:extLst>
          </p:cNvPr>
          <p:cNvSpPr txBox="1"/>
          <p:nvPr/>
        </p:nvSpPr>
        <p:spPr>
          <a:xfrm>
            <a:off x="7769817" y="1006250"/>
            <a:ext cx="35306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REFERENCES PERTINENTES</a:t>
            </a: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37CC4EE6-158B-7504-E0AA-CBBECEB1009E}"/>
              </a:ext>
            </a:extLst>
          </p:cNvPr>
          <p:cNvCxnSpPr>
            <a:cxnSpLocks/>
          </p:cNvCxnSpPr>
          <p:nvPr/>
        </p:nvCxnSpPr>
        <p:spPr>
          <a:xfrm>
            <a:off x="7769817" y="1283249"/>
            <a:ext cx="4259623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>
            <a:extLst>
              <a:ext uri="{FF2B5EF4-FFF2-40B4-BE49-F238E27FC236}">
                <a16:creationId xmlns:a16="http://schemas.microsoft.com/office/drawing/2014/main" id="{F345379E-231A-44AB-159D-12232D45D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437" y="1341130"/>
            <a:ext cx="5055612" cy="17046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6912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7A4"/>
              </a:buClr>
              <a:buSzPct val="50000"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4C68F49F-C9F7-DB6E-1906-D64778973C05}"/>
              </a:ext>
            </a:extLst>
          </p:cNvPr>
          <p:cNvSpPr txBox="1">
            <a:spLocks/>
          </p:cNvSpPr>
          <p:nvPr/>
        </p:nvSpPr>
        <p:spPr>
          <a:xfrm>
            <a:off x="2586664" y="3429000"/>
            <a:ext cx="5019270" cy="274840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>
              <a:lnSpc>
                <a:spcPts val="1300"/>
              </a:lnSpc>
              <a:defRPr sz="10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 PERTINENTES:</a:t>
            </a: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Diplômes :</a:t>
            </a: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CA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315EA165-24EE-8243-00E6-F7697F2661CD}"/>
              </a:ext>
            </a:extLst>
          </p:cNvPr>
          <p:cNvSpPr txBox="1">
            <a:spLocks/>
          </p:cNvSpPr>
          <p:nvPr/>
        </p:nvSpPr>
        <p:spPr>
          <a:xfrm>
            <a:off x="8417560" y="1537312"/>
            <a:ext cx="3530600" cy="4147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marR="0" lvl="1" indent="-171446" algn="l" defTabSz="132072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8337FFA6-24C1-7CAA-3FBF-096B3113C1F2}"/>
              </a:ext>
            </a:extLst>
          </p:cNvPr>
          <p:cNvCxnSpPr>
            <a:cxnSpLocks/>
          </p:cNvCxnSpPr>
          <p:nvPr/>
        </p:nvCxnSpPr>
        <p:spPr>
          <a:xfrm>
            <a:off x="2574608" y="3315301"/>
            <a:ext cx="501926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A47B0651-10E4-A107-51F4-96CA0DA26349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9D6C13B1-7FD4-A1F5-F2BA-A986C854E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7B7C6139-C19B-17CC-C5DE-8029803EC0A0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35" name="Image 3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1132803F-B472-88EA-25F7-330EFB26C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36" name="Flowchart: Process 10">
            <a:extLst>
              <a:ext uri="{FF2B5EF4-FFF2-40B4-BE49-F238E27FC236}">
                <a16:creationId xmlns:a16="http://schemas.microsoft.com/office/drawing/2014/main" id="{A9CA5745-18FF-3CB8-51CC-FC4FB1810E13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B93354-7CA0-67CE-6B8B-F3BED76D48E9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F48903-BCB3-2D19-C289-ADC29FD3B4B6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Flowchart: Connector 22">
            <a:extLst>
              <a:ext uri="{FF2B5EF4-FFF2-40B4-BE49-F238E27FC236}">
                <a16:creationId xmlns:a16="http://schemas.microsoft.com/office/drawing/2014/main" id="{128D9E7E-2132-9A83-7D2B-5B91D56DD6BC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" name="Graphic 26" descr="Envelope">
            <a:extLst>
              <a:ext uri="{FF2B5EF4-FFF2-40B4-BE49-F238E27FC236}">
                <a16:creationId xmlns:a16="http://schemas.microsoft.com/office/drawing/2014/main" id="{AA39964B-AB0F-DFF0-DC0B-DBED7B3DC1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13D6BF1-8AD2-0719-B043-FF024F3CA4FF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781FF4AA-C708-0DD3-3A9A-8A1398ADA3F3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marR="0" lvl="0" indent="-114297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DOMAINE D’ EXPERIENCE: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3FEBCD12-777B-ACA7-CD6E-641125BA8692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B346BBD9-568D-4435-2BCD-4C4A2D8B9168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7F8CB7BA-4321-7020-9FE2-13651DABF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274" y="1323101"/>
            <a:ext cx="4259623" cy="503926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92073" marR="0" lvl="0" indent="0" algn="just" defTabSz="121911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C39BB799-C83A-4269-37BA-BBB827F943F7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F030A92-B74D-5677-D1B1-A47EE9CF6368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35031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ACD7-7D60-B156-8738-EC40667A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41D56F7E-987B-0E94-E85B-344032C20E03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A6F5A33-6AA5-7BE1-8136-94988960399E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55815CF-5C35-FC57-85F1-36D412877CC9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E142613D-D97C-1FD2-2E27-B3A89D8EF814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D2E8324A-3E3B-FFEA-B1A1-832CCFC271CE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6D366CD5-B71C-FDCE-CFFF-217DCBDA2DAD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71D5CEE2-D389-3D43-B31E-F93901DBE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1868EB7B-1D28-A7F6-7BDD-543F1AEAA565}"/>
              </a:ext>
            </a:extLst>
          </p:cNvPr>
          <p:cNvSpPr txBox="1"/>
          <p:nvPr/>
        </p:nvSpPr>
        <p:spPr>
          <a:xfrm>
            <a:off x="2632811" y="972108"/>
            <a:ext cx="23774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PROFIL</a:t>
            </a:r>
          </a:p>
        </p:txBody>
      </p: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0A359F4D-BB46-61ED-88FE-3CEDC3930545}"/>
              </a:ext>
            </a:extLst>
          </p:cNvPr>
          <p:cNvCxnSpPr>
            <a:cxnSpLocks/>
          </p:cNvCxnSpPr>
          <p:nvPr/>
        </p:nvCxnSpPr>
        <p:spPr>
          <a:xfrm>
            <a:off x="2575560" y="1283249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">
            <a:extLst>
              <a:ext uri="{FF2B5EF4-FFF2-40B4-BE49-F238E27FC236}">
                <a16:creationId xmlns:a16="http://schemas.microsoft.com/office/drawing/2014/main" id="{8F27DBF2-CFFA-E6C7-F8D7-FA4E823B79A6}"/>
              </a:ext>
            </a:extLst>
          </p:cNvPr>
          <p:cNvSpPr txBox="1"/>
          <p:nvPr/>
        </p:nvSpPr>
        <p:spPr>
          <a:xfrm>
            <a:off x="2589328" y="3028295"/>
            <a:ext cx="4586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EXPERIENCES PERTINENTES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386615EB-2FE4-B9A1-AD3C-9BADD17991CB}"/>
              </a:ext>
            </a:extLst>
          </p:cNvPr>
          <p:cNvSpPr txBox="1"/>
          <p:nvPr/>
        </p:nvSpPr>
        <p:spPr>
          <a:xfrm>
            <a:off x="7769817" y="1006250"/>
            <a:ext cx="35306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REFERENCES PERTINENTES</a:t>
            </a: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1AE0FE21-9891-F6F6-8D8D-540F4506A72E}"/>
              </a:ext>
            </a:extLst>
          </p:cNvPr>
          <p:cNvCxnSpPr>
            <a:cxnSpLocks/>
          </p:cNvCxnSpPr>
          <p:nvPr/>
        </p:nvCxnSpPr>
        <p:spPr>
          <a:xfrm>
            <a:off x="7769817" y="1283249"/>
            <a:ext cx="4259623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1">
            <a:extLst>
              <a:ext uri="{FF2B5EF4-FFF2-40B4-BE49-F238E27FC236}">
                <a16:creationId xmlns:a16="http://schemas.microsoft.com/office/drawing/2014/main" id="{4B99D9EB-F299-722C-B924-A522F6D60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437" y="1341130"/>
            <a:ext cx="5055612" cy="17046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6912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7A4"/>
              </a:buClr>
              <a:buSzPct val="50000"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42ABA9D2-4F7B-B76D-1737-05AAAF81C68A}"/>
              </a:ext>
            </a:extLst>
          </p:cNvPr>
          <p:cNvSpPr txBox="1">
            <a:spLocks/>
          </p:cNvSpPr>
          <p:nvPr/>
        </p:nvSpPr>
        <p:spPr>
          <a:xfrm>
            <a:off x="2586664" y="3429000"/>
            <a:ext cx="5019270" cy="274840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>
              <a:lnSpc>
                <a:spcPts val="1300"/>
              </a:lnSpc>
              <a:defRPr sz="10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EXPERIENCE PERTINENTE:</a:t>
            </a: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lang="fr-FR" sz="1050" b="1" dirty="0">
              <a:solidFill>
                <a:prstClr val="black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Diplômes :</a:t>
            </a: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CA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2" indent="0" algn="l" defTabSz="9905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9D09EA2-B30A-DE34-1956-1FCAF64BA82B}"/>
              </a:ext>
            </a:extLst>
          </p:cNvPr>
          <p:cNvSpPr txBox="1">
            <a:spLocks/>
          </p:cNvSpPr>
          <p:nvPr/>
        </p:nvSpPr>
        <p:spPr>
          <a:xfrm>
            <a:off x="8417560" y="1537312"/>
            <a:ext cx="3530600" cy="4147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marR="0" lvl="1" indent="-171446" algn="l" defTabSz="132072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935FF3C7-AA28-E6D3-6371-20EFF1A50CA4}"/>
              </a:ext>
            </a:extLst>
          </p:cNvPr>
          <p:cNvCxnSpPr>
            <a:cxnSpLocks/>
          </p:cNvCxnSpPr>
          <p:nvPr/>
        </p:nvCxnSpPr>
        <p:spPr>
          <a:xfrm>
            <a:off x="2574608" y="3315301"/>
            <a:ext cx="501926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DC70777-EF91-D2E9-B202-5D2AB071FDDE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7CEB94B8-4427-5B22-1686-96FA265854F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E3B914EB-A8F5-3251-1F57-AE50FA3F122D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35" name="Image 3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1481AACB-3B6A-0A6E-8A5E-F7AF6674A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36" name="Flowchart: Process 10">
            <a:extLst>
              <a:ext uri="{FF2B5EF4-FFF2-40B4-BE49-F238E27FC236}">
                <a16:creationId xmlns:a16="http://schemas.microsoft.com/office/drawing/2014/main" id="{9613708D-25F7-9E77-8492-130D61245D76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3D308-BCAA-7802-BBCC-F424F2ED64EB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A277BD-7C41-5473-4EBC-BD3E23ABE7D6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Flowchart: Connector 22">
            <a:extLst>
              <a:ext uri="{FF2B5EF4-FFF2-40B4-BE49-F238E27FC236}">
                <a16:creationId xmlns:a16="http://schemas.microsoft.com/office/drawing/2014/main" id="{94D040CD-7C54-EA29-2512-7F6B37E3421C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0" name="Graphic 26" descr="Envelope">
            <a:extLst>
              <a:ext uri="{FF2B5EF4-FFF2-40B4-BE49-F238E27FC236}">
                <a16:creationId xmlns:a16="http://schemas.microsoft.com/office/drawing/2014/main" id="{EC5A115B-FD27-EFBA-4704-0985A4F363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05A8910-CDF6-654D-379A-C82DD7511559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578496D8-EE12-21C0-8D58-F0B6169B9DAF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D’ EXPERIENCE: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114B71FC-85A3-DD83-0152-4E09D42DFCCB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D3992882-C558-7315-CA8D-C2510FAFE2AB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BD28F717-FAB5-E116-3F3B-CB37BDC6F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07" y="1363515"/>
            <a:ext cx="4259623" cy="499885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92073" marR="0" lvl="0" indent="0" algn="just" defTabSz="121911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1BE20EF-EFCB-5639-2555-20E676487BE2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FBEEF9-9984-4E7C-54A3-B81F503D8F16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2890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8CD1-67B4-E246-F257-38032329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BF5F79DF-BED5-E5E4-77BF-ED0DAA1EF5B4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537A4CD-91FF-90B9-4B76-EC6220F8C41A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D65DFFD-43C8-C57A-06CD-B05C8AAEC791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0D185C95-9E5F-E9BA-BA6C-2D672CDBE190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F0C617CA-A527-F35E-CF5E-3BA2F37631A2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EB4A96D6-B059-9EC8-1182-C73EF07C41EB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BC58F62E-F6A1-C9C0-47E4-48D941903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7FEE7A59-6424-DAC9-1C60-576F9D0C3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7" name="Flowchart: Process 10">
            <a:extLst>
              <a:ext uri="{FF2B5EF4-FFF2-40B4-BE49-F238E27FC236}">
                <a16:creationId xmlns:a16="http://schemas.microsoft.com/office/drawing/2014/main" id="{9680C063-B554-DD77-0B12-F7AABB635A60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EF1682-F000-02F5-4F7B-4AD2D7B93510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A0F9FB-10D7-9DC1-32CB-CF16935E0428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3EB380B3-C007-1FE9-EAFD-330451A04D25}"/>
              </a:ext>
            </a:extLst>
          </p:cNvPr>
          <p:cNvCxnSpPr>
            <a:cxnSpLocks/>
          </p:cNvCxnSpPr>
          <p:nvPr/>
        </p:nvCxnSpPr>
        <p:spPr>
          <a:xfrm>
            <a:off x="2575561" y="1401191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2">
            <a:extLst>
              <a:ext uri="{FF2B5EF4-FFF2-40B4-BE49-F238E27FC236}">
                <a16:creationId xmlns:a16="http://schemas.microsoft.com/office/drawing/2014/main" id="{05021F17-4835-DD6C-054D-61F0E70ECF64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9" name="Graphic 26" descr="Envelope">
            <a:extLst>
              <a:ext uri="{FF2B5EF4-FFF2-40B4-BE49-F238E27FC236}">
                <a16:creationId xmlns:a16="http://schemas.microsoft.com/office/drawing/2014/main" id="{AEC5AEEF-AB5D-2A91-A918-5B48A415C9C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772A98CF-205A-5C03-3B2E-8C5AB2AB280F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7D6336-8DC7-9F27-9AB2-79EC5DC6D4E0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6ECD6E5A-6E94-8711-2F99-924EC784383A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D’ EXPERIENCE: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13312463-680B-8445-14E3-5C44536CB911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EE8E7E6F-F83F-A0D4-3C9F-C3042BCF2C2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D7CAA47E-1C6A-51C3-93B9-F5DA33E0E215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TextBox 13">
            <a:extLst>
              <a:ext uri="{FF2B5EF4-FFF2-40B4-BE49-F238E27FC236}">
                <a16:creationId xmlns:a16="http://schemas.microsoft.com/office/drawing/2014/main" id="{1EE4F60C-F12B-303B-8F6E-E6E2F7829BE9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E52FC974-9EDE-F066-B776-B535B8833487}"/>
              </a:ext>
            </a:extLst>
          </p:cNvPr>
          <p:cNvSpPr txBox="1"/>
          <p:nvPr/>
        </p:nvSpPr>
        <p:spPr>
          <a:xfrm>
            <a:off x="2585719" y="1124193"/>
            <a:ext cx="33754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DIPLOMES &amp; CERTIFICATIONS</a:t>
            </a:r>
          </a:p>
        </p:txBody>
      </p:sp>
      <p:sp>
        <p:nvSpPr>
          <p:cNvPr id="19" name="Titre 2">
            <a:extLst>
              <a:ext uri="{FF2B5EF4-FFF2-40B4-BE49-F238E27FC236}">
                <a16:creationId xmlns:a16="http://schemas.microsoft.com/office/drawing/2014/main" id="{CBB7211A-4099-0A72-CA3E-EAB8576AC089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EFA6F6B3-CD57-0D43-CB07-3FC1AB2BBE84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318225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89A3-1CAC-BF5C-DB3C-54862543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DBB240D3-3CE6-99A4-2A55-805A472FC7F4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D91AB6EC-8C12-C792-92A5-DD9F81456E48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F716D907-9C1D-9EF9-47FF-9F5C3FA86C9D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0397BB51-8FAD-285E-8185-AC2AB64ED80D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2AA6CF14-F9CA-70E7-F3D4-882E7738278F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DF735281-38B4-6656-75A3-F98840140AC6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BD7EF03F-1DDF-E4BC-C988-4F1B660D8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346DD98F-1753-186E-99C5-F00786B2C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7" name="Flowchart: Process 10">
            <a:extLst>
              <a:ext uri="{FF2B5EF4-FFF2-40B4-BE49-F238E27FC236}">
                <a16:creationId xmlns:a16="http://schemas.microsoft.com/office/drawing/2014/main" id="{9B520A1B-E6F0-17A8-C5A4-F8FB72F8FA94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1B252C-A59B-640D-E872-9AC4057D452F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2B55F5-FBDC-3D1B-DE37-7EDF922D7006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952A4481-DB45-A14F-5192-698F13D7391E}"/>
              </a:ext>
            </a:extLst>
          </p:cNvPr>
          <p:cNvCxnSpPr>
            <a:cxnSpLocks/>
          </p:cNvCxnSpPr>
          <p:nvPr/>
        </p:nvCxnSpPr>
        <p:spPr>
          <a:xfrm>
            <a:off x="2575561" y="1401191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2">
            <a:extLst>
              <a:ext uri="{FF2B5EF4-FFF2-40B4-BE49-F238E27FC236}">
                <a16:creationId xmlns:a16="http://schemas.microsoft.com/office/drawing/2014/main" id="{9571EC8D-5A87-737D-0629-A07ED1099C9F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9" name="Graphic 26" descr="Envelope">
            <a:extLst>
              <a:ext uri="{FF2B5EF4-FFF2-40B4-BE49-F238E27FC236}">
                <a16:creationId xmlns:a16="http://schemas.microsoft.com/office/drawing/2014/main" id="{87864370-F394-4792-9055-9636F1A9A0E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8AE48AAA-8F13-92BC-890E-A0892D180615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94C9C0-F1EB-D4F6-CF99-6D6686AD47D7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AE440F46-9DAC-2C29-7F63-1B2CD019CC66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D’ EXPERIENCE: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46A40B67-3908-09AA-841E-47C5D74E0A20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85ECCDC7-2D97-7D06-E8A7-6F5CF1F7184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C2533D68-B131-CA44-71F7-EDE1C0CEDEED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TextBox 13">
            <a:extLst>
              <a:ext uri="{FF2B5EF4-FFF2-40B4-BE49-F238E27FC236}">
                <a16:creationId xmlns:a16="http://schemas.microsoft.com/office/drawing/2014/main" id="{F4E4CA80-A7F9-D677-2390-91AC43DC982E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FD167E29-0AE3-06A1-9C89-0AA573A24397}"/>
              </a:ext>
            </a:extLst>
          </p:cNvPr>
          <p:cNvSpPr txBox="1"/>
          <p:nvPr/>
        </p:nvSpPr>
        <p:spPr>
          <a:xfrm>
            <a:off x="2585719" y="1124193"/>
            <a:ext cx="33754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DIPLOMES &amp; CERTIFICATIONS</a:t>
            </a:r>
          </a:p>
        </p:txBody>
      </p:sp>
      <p:sp>
        <p:nvSpPr>
          <p:cNvPr id="19" name="Titre 2">
            <a:extLst>
              <a:ext uri="{FF2B5EF4-FFF2-40B4-BE49-F238E27FC236}">
                <a16:creationId xmlns:a16="http://schemas.microsoft.com/office/drawing/2014/main" id="{1FEA6BAB-1AFD-F6C2-CD9B-260BDA569C8C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26B953C7-987F-CC1A-8F0F-7420DC30F513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146654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7A94-901E-38FE-0448-60157087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B8776B-6CBB-5E51-57AA-E408121766A9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068E45B1-11DD-A230-DFEF-92782255D6A3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AB0EDFD-0D99-3C58-DE88-3FCD66A8685B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ACFA5FAE-BD4E-0B23-FDDE-0427858D8426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91F24C8F-878F-8848-5665-B176254B1EBD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A9A497D2-3165-4C4C-E81C-F92264FC76C3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00E0EE1C-889E-8E58-8743-7EBDD504FB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D8FA4327-67F3-0CA5-EB0D-BBAD99C1F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7" name="Flowchart: Process 10">
            <a:extLst>
              <a:ext uri="{FF2B5EF4-FFF2-40B4-BE49-F238E27FC236}">
                <a16:creationId xmlns:a16="http://schemas.microsoft.com/office/drawing/2014/main" id="{675CF9BD-EE38-B01C-EA22-B2777AED5C14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DB1836-0F23-445C-18DD-FA285C471B3A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F7044-FF17-1E12-27C8-FCEF48549BBA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7DFA3005-2113-9C1B-9288-D7E28CF77918}"/>
              </a:ext>
            </a:extLst>
          </p:cNvPr>
          <p:cNvCxnSpPr>
            <a:cxnSpLocks/>
          </p:cNvCxnSpPr>
          <p:nvPr/>
        </p:nvCxnSpPr>
        <p:spPr>
          <a:xfrm>
            <a:off x="2575561" y="1401191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2">
            <a:extLst>
              <a:ext uri="{FF2B5EF4-FFF2-40B4-BE49-F238E27FC236}">
                <a16:creationId xmlns:a16="http://schemas.microsoft.com/office/drawing/2014/main" id="{B1E15F1A-58A9-F266-38D6-40D768D605F2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9" name="Graphic 26" descr="Envelope">
            <a:extLst>
              <a:ext uri="{FF2B5EF4-FFF2-40B4-BE49-F238E27FC236}">
                <a16:creationId xmlns:a16="http://schemas.microsoft.com/office/drawing/2014/main" id="{7085D68C-F296-9CA1-2D3C-D0F92B04108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BF70A5D4-3433-6B46-44B1-A9A21FBB7714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7E18FB-E53F-44FE-3EFC-CB7A0E85A33C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6D710068-7B9C-2001-F23B-E9DDEA7EF97E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D’ EXPERIENCE: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FC966D4B-D3A7-B251-2886-7AA5CA94BD78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6F0F0323-2A1D-C104-8EB6-5297354E838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EF8E60CD-04AB-F273-2F49-C8605858FD88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TextBox 13">
            <a:extLst>
              <a:ext uri="{FF2B5EF4-FFF2-40B4-BE49-F238E27FC236}">
                <a16:creationId xmlns:a16="http://schemas.microsoft.com/office/drawing/2014/main" id="{315A0438-82AE-4A33-4CE8-85C1CB412438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6CA78BD9-8E1B-5291-0467-3AFF5C32350C}"/>
              </a:ext>
            </a:extLst>
          </p:cNvPr>
          <p:cNvSpPr txBox="1"/>
          <p:nvPr/>
        </p:nvSpPr>
        <p:spPr>
          <a:xfrm>
            <a:off x="2585719" y="1124193"/>
            <a:ext cx="33754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DIPLOMES &amp; CERTIFICATIONS</a:t>
            </a:r>
          </a:p>
        </p:txBody>
      </p:sp>
      <p:sp>
        <p:nvSpPr>
          <p:cNvPr id="20" name="Titre 2">
            <a:extLst>
              <a:ext uri="{FF2B5EF4-FFF2-40B4-BE49-F238E27FC236}">
                <a16:creationId xmlns:a16="http://schemas.microsoft.com/office/drawing/2014/main" id="{E01D0961-6ACA-21DF-9C6B-17E84FE55815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64B0A2EE-9344-BA66-6A05-5378D9A41916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2547434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FFA2-AA7C-71D1-1AE1-72FA4A5D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4F19F34-DCB3-1B4F-77FC-EDB3B7476862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9D9E952-4A61-E6DB-1CB9-6DB5AB1C2F6F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D17FBE81-20DD-200F-7E72-EEEADBCE8C8D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70ADDF38-0B06-1EC2-624B-C7C7ED002405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91F124D3-A928-2516-7B2C-751F678F0E27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CD144D99-89B2-B2AD-CAA4-2CE10F0CA8FF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C44CD0CA-F1CF-B38D-2638-173021BD4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C93E0617-0FC3-606F-CEC4-E0AD9BA27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7" name="Flowchart: Process 10">
            <a:extLst>
              <a:ext uri="{FF2B5EF4-FFF2-40B4-BE49-F238E27FC236}">
                <a16:creationId xmlns:a16="http://schemas.microsoft.com/office/drawing/2014/main" id="{CDA3D811-B6AA-C1B9-6EBF-16B965F3FC56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ACE371-A0F2-B30B-2926-ECA1B1B9EA2C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96940-D3E4-F7EE-AF7A-F05D9B34AB59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57153608-FA52-DAA6-4E49-98BC3E517951}"/>
              </a:ext>
            </a:extLst>
          </p:cNvPr>
          <p:cNvCxnSpPr>
            <a:cxnSpLocks/>
          </p:cNvCxnSpPr>
          <p:nvPr/>
        </p:nvCxnSpPr>
        <p:spPr>
          <a:xfrm>
            <a:off x="2575561" y="1401191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2">
            <a:extLst>
              <a:ext uri="{FF2B5EF4-FFF2-40B4-BE49-F238E27FC236}">
                <a16:creationId xmlns:a16="http://schemas.microsoft.com/office/drawing/2014/main" id="{03F8D746-D8FC-4F86-3281-29A21D8E0EEC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9" name="Graphic 26" descr="Envelope">
            <a:extLst>
              <a:ext uri="{FF2B5EF4-FFF2-40B4-BE49-F238E27FC236}">
                <a16:creationId xmlns:a16="http://schemas.microsoft.com/office/drawing/2014/main" id="{9D214800-ABF0-DED8-A0C7-9B4BFDC73B9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B4546D7C-8D39-A3E5-34CD-301E23359DFF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AED757-3193-FDC1-A6E4-76D20324CA87}"/>
              </a:ext>
            </a:extLst>
          </p:cNvPr>
          <p:cNvSpPr/>
          <p:nvPr/>
        </p:nvSpPr>
        <p:spPr bwMode="gray">
          <a:xfrm>
            <a:off x="0" y="306244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C5963574-7C02-4DDD-C973-8E46BE75A40E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 D’EXPERIENCE: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5F658C0C-E3EB-2B5F-5C5E-0056E5F0DDB0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E5CC8FD7-8987-2084-D202-0ECB7F22E6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17A9F381-DAF7-8200-1258-260C5564E035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TextBox 13">
            <a:extLst>
              <a:ext uri="{FF2B5EF4-FFF2-40B4-BE49-F238E27FC236}">
                <a16:creationId xmlns:a16="http://schemas.microsoft.com/office/drawing/2014/main" id="{C7E39DE2-C118-23A3-D958-446E7A35433C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182B95BF-3D6B-65A5-44B5-9F6CCF555927}"/>
              </a:ext>
            </a:extLst>
          </p:cNvPr>
          <p:cNvSpPr txBox="1"/>
          <p:nvPr/>
        </p:nvSpPr>
        <p:spPr>
          <a:xfrm>
            <a:off x="2585719" y="1124193"/>
            <a:ext cx="33754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DIPLOMES &amp; CERTIFICATIONS</a:t>
            </a:r>
          </a:p>
        </p:txBody>
      </p:sp>
      <p:sp>
        <p:nvSpPr>
          <p:cNvPr id="20" name="Titre 2">
            <a:extLst>
              <a:ext uri="{FF2B5EF4-FFF2-40B4-BE49-F238E27FC236}">
                <a16:creationId xmlns:a16="http://schemas.microsoft.com/office/drawing/2014/main" id="{1F56B0D1-FB4D-0E46-2CD2-E2BD31DE6E15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6B81D075-6D0D-5555-B185-FB3AE1DF2452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383965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1AC8-4675-A38F-1C8D-83611115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917877A2-D68C-8CB1-15A5-A01DEEA873A9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B532133-84FE-8A94-F87A-2A28321C9110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2BC679CD-7BEC-6E0D-E996-F9C2FBFA12A5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10" name="Group 6">
                <a:extLst>
                  <a:ext uri="{FF2B5EF4-FFF2-40B4-BE49-F238E27FC236}">
                    <a16:creationId xmlns:a16="http://schemas.microsoft.com/office/drawing/2014/main" id="{BA726136-9447-BC75-BBE5-C97705B137E8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15" name="Oval 8">
                  <a:extLst>
                    <a:ext uri="{FF2B5EF4-FFF2-40B4-BE49-F238E27FC236}">
                      <a16:creationId xmlns:a16="http://schemas.microsoft.com/office/drawing/2014/main" id="{7D5077CE-C4BE-DFD4-6293-A449698B21F2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9">
                  <a:extLst>
                    <a:ext uri="{FF2B5EF4-FFF2-40B4-BE49-F238E27FC236}">
                      <a16:creationId xmlns:a16="http://schemas.microsoft.com/office/drawing/2014/main" id="{70E18484-61A3-7322-D8C9-3D06AA35F280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Image 1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CA925107-24ED-805F-A72F-3CC123262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pic>
        <p:nvPicPr>
          <p:cNvPr id="5" name="Image 4" descr="Une image contenant Visage humain, personne, chemise, habits&#10;&#10;Le contenu généré par l’IA peut être incorrect.">
            <a:extLst>
              <a:ext uri="{FF2B5EF4-FFF2-40B4-BE49-F238E27FC236}">
                <a16:creationId xmlns:a16="http://schemas.microsoft.com/office/drawing/2014/main" id="{6458BCEF-9643-3503-B9DE-AE5538E37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" y="1130279"/>
            <a:ext cx="2482845" cy="2780787"/>
          </a:xfrm>
          <a:prstGeom prst="rect">
            <a:avLst/>
          </a:prstGeom>
        </p:spPr>
      </p:pic>
      <p:sp>
        <p:nvSpPr>
          <p:cNvPr id="7" name="Flowchart: Process 10">
            <a:extLst>
              <a:ext uri="{FF2B5EF4-FFF2-40B4-BE49-F238E27FC236}">
                <a16:creationId xmlns:a16="http://schemas.microsoft.com/office/drawing/2014/main" id="{6C3337FC-6413-13C8-31F1-C2B6FC2365E2}"/>
              </a:ext>
            </a:extLst>
          </p:cNvPr>
          <p:cNvSpPr/>
          <p:nvPr/>
        </p:nvSpPr>
        <p:spPr bwMode="gray">
          <a:xfrm>
            <a:off x="0" y="3652732"/>
            <a:ext cx="2489200" cy="222571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C5D4D-9241-B29B-2701-6E68FB5BA218}"/>
              </a:ext>
            </a:extLst>
          </p:cNvPr>
          <p:cNvSpPr/>
          <p:nvPr/>
        </p:nvSpPr>
        <p:spPr bwMode="gray">
          <a:xfrm>
            <a:off x="0" y="3646981"/>
            <a:ext cx="2489200" cy="436880"/>
          </a:xfrm>
          <a:prstGeom prst="rect">
            <a:avLst/>
          </a:prstGeom>
          <a:solidFill>
            <a:schemeClr val="accent1">
              <a:lumMod val="60000"/>
              <a:lumOff val="4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A9BED8-390C-A053-F5F3-FA5B07DA4930}"/>
              </a:ext>
            </a:extLst>
          </p:cNvPr>
          <p:cNvSpPr/>
          <p:nvPr/>
        </p:nvSpPr>
        <p:spPr bwMode="gray">
          <a:xfrm>
            <a:off x="0" y="4080734"/>
            <a:ext cx="2489200" cy="734791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5BB393E1-07A1-25C3-0946-DDE6B76F5BDD}"/>
              </a:ext>
            </a:extLst>
          </p:cNvPr>
          <p:cNvCxnSpPr>
            <a:cxnSpLocks/>
          </p:cNvCxnSpPr>
          <p:nvPr/>
        </p:nvCxnSpPr>
        <p:spPr>
          <a:xfrm>
            <a:off x="2575561" y="1401191"/>
            <a:ext cx="5036489" cy="0"/>
          </a:xfrm>
          <a:prstGeom prst="line">
            <a:avLst/>
          </a:prstGeom>
          <a:ln w="31750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2">
            <a:extLst>
              <a:ext uri="{FF2B5EF4-FFF2-40B4-BE49-F238E27FC236}">
                <a16:creationId xmlns:a16="http://schemas.microsoft.com/office/drawing/2014/main" id="{93848691-CBA6-8479-1CAC-F8DA0E23B923}"/>
              </a:ext>
            </a:extLst>
          </p:cNvPr>
          <p:cNvSpPr/>
          <p:nvPr/>
        </p:nvSpPr>
        <p:spPr bwMode="gray">
          <a:xfrm>
            <a:off x="76879" y="3676377"/>
            <a:ext cx="360000" cy="360000"/>
          </a:xfrm>
          <a:prstGeom prst="flowChartConnector">
            <a:avLst/>
          </a:prstGeom>
          <a:solidFill>
            <a:srgbClr val="00A7B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9" name="Graphic 26" descr="Envelope">
            <a:extLst>
              <a:ext uri="{FF2B5EF4-FFF2-40B4-BE49-F238E27FC236}">
                <a16:creationId xmlns:a16="http://schemas.microsoft.com/office/drawing/2014/main" id="{FC9D8A54-FE7A-340C-3C7B-923C0A49054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63" y="3749785"/>
            <a:ext cx="232715" cy="23271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AD5E52E4-D46B-9C92-410F-231A5321EA31}"/>
              </a:ext>
            </a:extLst>
          </p:cNvPr>
          <p:cNvSpPr txBox="1"/>
          <p:nvPr/>
        </p:nvSpPr>
        <p:spPr>
          <a:xfrm>
            <a:off x="468097" y="3746196"/>
            <a:ext cx="2285227" cy="21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4385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C8289D-A091-40CA-36E9-14C5BEA481EC}"/>
              </a:ext>
            </a:extLst>
          </p:cNvPr>
          <p:cNvSpPr/>
          <p:nvPr/>
        </p:nvSpPr>
        <p:spPr bwMode="gray">
          <a:xfrm>
            <a:off x="0" y="3018480"/>
            <a:ext cx="2489200" cy="63718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lang="fr-FR" sz="1400" b="1" dirty="0">
                <a:solidFill>
                  <a:srgbClr val="000000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NOM: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Poste: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38AEFF35-D65D-AF2E-98DA-AC85AF4A87BC}"/>
              </a:ext>
            </a:extLst>
          </p:cNvPr>
          <p:cNvSpPr txBox="1"/>
          <p:nvPr/>
        </p:nvSpPr>
        <p:spPr>
          <a:xfrm>
            <a:off x="76879" y="4114819"/>
            <a:ext cx="2281532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297" lvl="0" indent="-114297" defTabSz="714385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n-GB" sz="1067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DOMAINE  D’EXPERIENCE</a:t>
            </a:r>
            <a:r>
              <a:rPr lang="en-GB" sz="10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2DF13DA2-264A-2F62-0798-CBD2997357D0}"/>
              </a:ext>
            </a:extLst>
          </p:cNvPr>
          <p:cNvGrpSpPr/>
          <p:nvPr/>
        </p:nvGrpSpPr>
        <p:grpSpPr>
          <a:xfrm>
            <a:off x="0" y="974893"/>
            <a:ext cx="2589328" cy="122131"/>
            <a:chOff x="0" y="1105204"/>
            <a:chExt cx="1941996" cy="91598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987EA2A7-398A-7A33-0B97-E0F2E639656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150203"/>
              <a:ext cx="1916949" cy="0"/>
            </a:xfrm>
            <a:prstGeom prst="line">
              <a:avLst/>
            </a:prstGeom>
            <a:ln>
              <a:solidFill>
                <a:srgbClr val="4F2D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3DFF3922-F6DF-F158-D655-E499290AA588}"/>
                </a:ext>
              </a:extLst>
            </p:cNvPr>
            <p:cNvSpPr/>
            <p:nvPr/>
          </p:nvSpPr>
          <p:spPr>
            <a:xfrm>
              <a:off x="1840739" y="1105204"/>
              <a:ext cx="101257" cy="91598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TextBox 13">
            <a:extLst>
              <a:ext uri="{FF2B5EF4-FFF2-40B4-BE49-F238E27FC236}">
                <a16:creationId xmlns:a16="http://schemas.microsoft.com/office/drawing/2014/main" id="{71C57A58-7583-0AD4-1A47-2E0EEAD87F31}"/>
              </a:ext>
            </a:extLst>
          </p:cNvPr>
          <p:cNvSpPr txBox="1"/>
          <p:nvPr/>
        </p:nvSpPr>
        <p:spPr>
          <a:xfrm>
            <a:off x="76879" y="4872305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SECTEURS D’EXPERIENCES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38510258-0E1E-927F-B995-F67C5313BD3D}"/>
              </a:ext>
            </a:extLst>
          </p:cNvPr>
          <p:cNvSpPr txBox="1"/>
          <p:nvPr/>
        </p:nvSpPr>
        <p:spPr>
          <a:xfrm>
            <a:off x="2585719" y="1124193"/>
            <a:ext cx="33754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DIPLOMES &amp; CERTIFICATIONS</a:t>
            </a:r>
          </a:p>
        </p:txBody>
      </p:sp>
      <p:sp>
        <p:nvSpPr>
          <p:cNvPr id="19" name="Titre 2">
            <a:extLst>
              <a:ext uri="{FF2B5EF4-FFF2-40B4-BE49-F238E27FC236}">
                <a16:creationId xmlns:a16="http://schemas.microsoft.com/office/drawing/2014/main" id="{CFAD098F-34A2-16FB-4603-BD2A84E2C93A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882558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CURRICULUM VITAE DU PERSONNEL CLÉ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2D7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70CEFE7E-F12C-765B-C0AC-BE449D0401B5}"/>
              </a:ext>
            </a:extLst>
          </p:cNvPr>
          <p:cNvSpPr txBox="1">
            <a:spLocks/>
          </p:cNvSpPr>
          <p:nvPr/>
        </p:nvSpPr>
        <p:spPr>
          <a:xfrm>
            <a:off x="694297" y="517340"/>
            <a:ext cx="9882078" cy="50592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600" b="0" i="0" u="none" strike="noStrike" kern="0" cap="none" spc="-6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j-cs"/>
              </a:rPr>
              <a:t>Une équipe justifiant d’une expertise avérée dans l’audit de sécurité applicatif et l’élaboration de Plans de Continuité d’Activité.</a:t>
            </a:r>
          </a:p>
        </p:txBody>
      </p:sp>
    </p:spTree>
    <p:extLst>
      <p:ext uri="{BB962C8B-B14F-4D97-AF65-F5344CB8AC3E}">
        <p14:creationId xmlns:p14="http://schemas.microsoft.com/office/powerpoint/2010/main" val="1688693946"/>
      </p:ext>
    </p:extLst>
  </p:cSld>
  <p:clrMapOvr>
    <a:masterClrMapping/>
  </p:clrMapOvr>
</p:sld>
</file>

<file path=ppt/theme/theme1.xml><?xml version="1.0" encoding="utf-8"?>
<a:theme xmlns:a="http://schemas.openxmlformats.org/drawingml/2006/main" name="5_Content">
  <a:themeElements>
    <a:clrScheme name="Grant Thornto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24191"/>
      </a:accent1>
      <a:accent2>
        <a:srgbClr val="C8BEAF"/>
      </a:accent2>
      <a:accent3>
        <a:srgbClr val="00A7B5"/>
      </a:accent3>
      <a:accent4>
        <a:srgbClr val="9BD732"/>
      </a:accent4>
      <a:accent5>
        <a:srgbClr val="FF7D1E"/>
      </a:accent5>
      <a:accent6>
        <a:srgbClr val="E92841"/>
      </a:accent6>
      <a:hlink>
        <a:srgbClr val="4F2C7F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F2D7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335</Words>
  <Application>Microsoft Office PowerPoint</Application>
  <PresentationFormat>Grand écran</PresentationFormat>
  <Paragraphs>126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Garamond</vt:lpstr>
      <vt:lpstr>Open Sans</vt:lpstr>
      <vt:lpstr>Wingdings 2</vt:lpstr>
      <vt:lpstr>5_Content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Papa Malick GUEYE</dc:creator>
  <cp:lastModifiedBy>Fatou Kiné TOURE</cp:lastModifiedBy>
  <cp:revision>2</cp:revision>
  <dcterms:created xsi:type="dcterms:W3CDTF">2025-11-13T14:15:11Z</dcterms:created>
  <dcterms:modified xsi:type="dcterms:W3CDTF">2025-12-10T10:25:37Z</dcterms:modified>
</cp:coreProperties>
</file>